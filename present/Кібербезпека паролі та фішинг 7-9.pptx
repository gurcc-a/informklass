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4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1" r:id="rId15"/>
    <p:sldId id="272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1498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 title="scalloped circle"/>
          <p:cNvSpPr/>
          <p:nvPr/>
        </p:nvSpPr>
        <p:spPr bwMode="auto">
          <a:xfrm>
            <a:off x="2063115" y="630937"/>
            <a:ext cx="5230368" cy="5229225"/>
          </a:xfrm>
          <a:custGeom>
            <a:avLst/>
            <a:gdLst/>
            <a:ahLst/>
            <a:cxnLst/>
            <a:rect l="0" t="0" r="r" b="b"/>
            <a:pathLst>
              <a:path w="3298" h="3294">
                <a:moveTo>
                  <a:pt x="1649" y="0"/>
                </a:moveTo>
                <a:lnTo>
                  <a:pt x="1681" y="3"/>
                </a:lnTo>
                <a:lnTo>
                  <a:pt x="1712" y="11"/>
                </a:lnTo>
                <a:lnTo>
                  <a:pt x="1742" y="23"/>
                </a:lnTo>
                <a:lnTo>
                  <a:pt x="1773" y="38"/>
                </a:lnTo>
                <a:lnTo>
                  <a:pt x="1802" y="55"/>
                </a:lnTo>
                <a:lnTo>
                  <a:pt x="1832" y="73"/>
                </a:lnTo>
                <a:lnTo>
                  <a:pt x="1862" y="89"/>
                </a:lnTo>
                <a:lnTo>
                  <a:pt x="1892" y="105"/>
                </a:lnTo>
                <a:lnTo>
                  <a:pt x="1921" y="117"/>
                </a:lnTo>
                <a:lnTo>
                  <a:pt x="1953" y="125"/>
                </a:lnTo>
                <a:lnTo>
                  <a:pt x="1984" y="129"/>
                </a:lnTo>
                <a:lnTo>
                  <a:pt x="2017" y="129"/>
                </a:lnTo>
                <a:lnTo>
                  <a:pt x="2051" y="127"/>
                </a:lnTo>
                <a:lnTo>
                  <a:pt x="2085" y="123"/>
                </a:lnTo>
                <a:lnTo>
                  <a:pt x="2119" y="118"/>
                </a:lnTo>
                <a:lnTo>
                  <a:pt x="2153" y="114"/>
                </a:lnTo>
                <a:lnTo>
                  <a:pt x="2187" y="111"/>
                </a:lnTo>
                <a:lnTo>
                  <a:pt x="2219" y="112"/>
                </a:lnTo>
                <a:lnTo>
                  <a:pt x="2250" y="116"/>
                </a:lnTo>
                <a:lnTo>
                  <a:pt x="2280" y="125"/>
                </a:lnTo>
                <a:lnTo>
                  <a:pt x="2305" y="138"/>
                </a:lnTo>
                <a:lnTo>
                  <a:pt x="2329" y="155"/>
                </a:lnTo>
                <a:lnTo>
                  <a:pt x="2350" y="175"/>
                </a:lnTo>
                <a:lnTo>
                  <a:pt x="2371" y="198"/>
                </a:lnTo>
                <a:lnTo>
                  <a:pt x="2390" y="222"/>
                </a:lnTo>
                <a:lnTo>
                  <a:pt x="2409" y="247"/>
                </a:lnTo>
                <a:lnTo>
                  <a:pt x="2428" y="272"/>
                </a:lnTo>
                <a:lnTo>
                  <a:pt x="2447" y="296"/>
                </a:lnTo>
                <a:lnTo>
                  <a:pt x="2467" y="319"/>
                </a:lnTo>
                <a:lnTo>
                  <a:pt x="2490" y="339"/>
                </a:lnTo>
                <a:lnTo>
                  <a:pt x="2512" y="357"/>
                </a:lnTo>
                <a:lnTo>
                  <a:pt x="2537" y="371"/>
                </a:lnTo>
                <a:lnTo>
                  <a:pt x="2564" y="383"/>
                </a:lnTo>
                <a:lnTo>
                  <a:pt x="2593" y="393"/>
                </a:lnTo>
                <a:lnTo>
                  <a:pt x="2623" y="402"/>
                </a:lnTo>
                <a:lnTo>
                  <a:pt x="2653" y="410"/>
                </a:lnTo>
                <a:lnTo>
                  <a:pt x="2684" y="418"/>
                </a:lnTo>
                <a:lnTo>
                  <a:pt x="2713" y="427"/>
                </a:lnTo>
                <a:lnTo>
                  <a:pt x="2742" y="437"/>
                </a:lnTo>
                <a:lnTo>
                  <a:pt x="2769" y="449"/>
                </a:lnTo>
                <a:lnTo>
                  <a:pt x="2793" y="464"/>
                </a:lnTo>
                <a:lnTo>
                  <a:pt x="2815" y="482"/>
                </a:lnTo>
                <a:lnTo>
                  <a:pt x="2833" y="504"/>
                </a:lnTo>
                <a:lnTo>
                  <a:pt x="2848" y="528"/>
                </a:lnTo>
                <a:lnTo>
                  <a:pt x="2860" y="555"/>
                </a:lnTo>
                <a:lnTo>
                  <a:pt x="2870" y="584"/>
                </a:lnTo>
                <a:lnTo>
                  <a:pt x="2879" y="613"/>
                </a:lnTo>
                <a:lnTo>
                  <a:pt x="2887" y="644"/>
                </a:lnTo>
                <a:lnTo>
                  <a:pt x="2895" y="674"/>
                </a:lnTo>
                <a:lnTo>
                  <a:pt x="2904" y="704"/>
                </a:lnTo>
                <a:lnTo>
                  <a:pt x="2914" y="733"/>
                </a:lnTo>
                <a:lnTo>
                  <a:pt x="2926" y="760"/>
                </a:lnTo>
                <a:lnTo>
                  <a:pt x="2940" y="785"/>
                </a:lnTo>
                <a:lnTo>
                  <a:pt x="2958" y="807"/>
                </a:lnTo>
                <a:lnTo>
                  <a:pt x="2978" y="830"/>
                </a:lnTo>
                <a:lnTo>
                  <a:pt x="3001" y="850"/>
                </a:lnTo>
                <a:lnTo>
                  <a:pt x="3025" y="869"/>
                </a:lnTo>
                <a:lnTo>
                  <a:pt x="3051" y="888"/>
                </a:lnTo>
                <a:lnTo>
                  <a:pt x="3076" y="907"/>
                </a:lnTo>
                <a:lnTo>
                  <a:pt x="3100" y="926"/>
                </a:lnTo>
                <a:lnTo>
                  <a:pt x="3123" y="947"/>
                </a:lnTo>
                <a:lnTo>
                  <a:pt x="3143" y="968"/>
                </a:lnTo>
                <a:lnTo>
                  <a:pt x="3160" y="992"/>
                </a:lnTo>
                <a:lnTo>
                  <a:pt x="3173" y="1017"/>
                </a:lnTo>
                <a:lnTo>
                  <a:pt x="3182" y="1047"/>
                </a:lnTo>
                <a:lnTo>
                  <a:pt x="3186" y="1078"/>
                </a:lnTo>
                <a:lnTo>
                  <a:pt x="3187" y="1110"/>
                </a:lnTo>
                <a:lnTo>
                  <a:pt x="3184" y="1144"/>
                </a:lnTo>
                <a:lnTo>
                  <a:pt x="3180" y="1178"/>
                </a:lnTo>
                <a:lnTo>
                  <a:pt x="3175" y="1212"/>
                </a:lnTo>
                <a:lnTo>
                  <a:pt x="3171" y="1246"/>
                </a:lnTo>
                <a:lnTo>
                  <a:pt x="3169" y="1280"/>
                </a:lnTo>
                <a:lnTo>
                  <a:pt x="3169" y="1313"/>
                </a:lnTo>
                <a:lnTo>
                  <a:pt x="3173" y="1344"/>
                </a:lnTo>
                <a:lnTo>
                  <a:pt x="3181" y="1375"/>
                </a:lnTo>
                <a:lnTo>
                  <a:pt x="3193" y="1404"/>
                </a:lnTo>
                <a:lnTo>
                  <a:pt x="3209" y="1434"/>
                </a:lnTo>
                <a:lnTo>
                  <a:pt x="3225" y="1464"/>
                </a:lnTo>
                <a:lnTo>
                  <a:pt x="3243" y="1494"/>
                </a:lnTo>
                <a:lnTo>
                  <a:pt x="3260" y="1523"/>
                </a:lnTo>
                <a:lnTo>
                  <a:pt x="3275" y="1554"/>
                </a:lnTo>
                <a:lnTo>
                  <a:pt x="3287" y="1584"/>
                </a:lnTo>
                <a:lnTo>
                  <a:pt x="3295" y="1615"/>
                </a:lnTo>
                <a:lnTo>
                  <a:pt x="3298" y="1647"/>
                </a:lnTo>
                <a:lnTo>
                  <a:pt x="3295" y="1679"/>
                </a:lnTo>
                <a:lnTo>
                  <a:pt x="3287" y="1710"/>
                </a:lnTo>
                <a:lnTo>
                  <a:pt x="3275" y="1740"/>
                </a:lnTo>
                <a:lnTo>
                  <a:pt x="3260" y="1771"/>
                </a:lnTo>
                <a:lnTo>
                  <a:pt x="3243" y="1800"/>
                </a:lnTo>
                <a:lnTo>
                  <a:pt x="3225" y="1830"/>
                </a:lnTo>
                <a:lnTo>
                  <a:pt x="3209" y="1860"/>
                </a:lnTo>
                <a:lnTo>
                  <a:pt x="3193" y="1890"/>
                </a:lnTo>
                <a:lnTo>
                  <a:pt x="3181" y="1919"/>
                </a:lnTo>
                <a:lnTo>
                  <a:pt x="3173" y="1950"/>
                </a:lnTo>
                <a:lnTo>
                  <a:pt x="3169" y="1981"/>
                </a:lnTo>
                <a:lnTo>
                  <a:pt x="3169" y="2014"/>
                </a:lnTo>
                <a:lnTo>
                  <a:pt x="3171" y="2048"/>
                </a:lnTo>
                <a:lnTo>
                  <a:pt x="3175" y="2082"/>
                </a:lnTo>
                <a:lnTo>
                  <a:pt x="3180" y="2116"/>
                </a:lnTo>
                <a:lnTo>
                  <a:pt x="3184" y="2150"/>
                </a:lnTo>
                <a:lnTo>
                  <a:pt x="3187" y="2184"/>
                </a:lnTo>
                <a:lnTo>
                  <a:pt x="3186" y="2216"/>
                </a:lnTo>
                <a:lnTo>
                  <a:pt x="3182" y="2247"/>
                </a:lnTo>
                <a:lnTo>
                  <a:pt x="3173" y="2277"/>
                </a:lnTo>
                <a:lnTo>
                  <a:pt x="3160" y="2302"/>
                </a:lnTo>
                <a:lnTo>
                  <a:pt x="3143" y="2326"/>
                </a:lnTo>
                <a:lnTo>
                  <a:pt x="3123" y="2347"/>
                </a:lnTo>
                <a:lnTo>
                  <a:pt x="3100" y="2368"/>
                </a:lnTo>
                <a:lnTo>
                  <a:pt x="3076" y="2387"/>
                </a:lnTo>
                <a:lnTo>
                  <a:pt x="3051" y="2406"/>
                </a:lnTo>
                <a:lnTo>
                  <a:pt x="3025" y="2425"/>
                </a:lnTo>
                <a:lnTo>
                  <a:pt x="3001" y="2444"/>
                </a:lnTo>
                <a:lnTo>
                  <a:pt x="2978" y="2464"/>
                </a:lnTo>
                <a:lnTo>
                  <a:pt x="2958" y="2487"/>
                </a:lnTo>
                <a:lnTo>
                  <a:pt x="2940" y="2509"/>
                </a:lnTo>
                <a:lnTo>
                  <a:pt x="2926" y="2534"/>
                </a:lnTo>
                <a:lnTo>
                  <a:pt x="2914" y="2561"/>
                </a:lnTo>
                <a:lnTo>
                  <a:pt x="2904" y="2590"/>
                </a:lnTo>
                <a:lnTo>
                  <a:pt x="2895" y="2620"/>
                </a:lnTo>
                <a:lnTo>
                  <a:pt x="2887" y="2650"/>
                </a:lnTo>
                <a:lnTo>
                  <a:pt x="2879" y="2681"/>
                </a:lnTo>
                <a:lnTo>
                  <a:pt x="2870" y="2710"/>
                </a:lnTo>
                <a:lnTo>
                  <a:pt x="2860" y="2739"/>
                </a:lnTo>
                <a:lnTo>
                  <a:pt x="2848" y="2766"/>
                </a:lnTo>
                <a:lnTo>
                  <a:pt x="2833" y="2790"/>
                </a:lnTo>
                <a:lnTo>
                  <a:pt x="2815" y="2812"/>
                </a:lnTo>
                <a:lnTo>
                  <a:pt x="2793" y="2830"/>
                </a:lnTo>
                <a:lnTo>
                  <a:pt x="2769" y="2845"/>
                </a:lnTo>
                <a:lnTo>
                  <a:pt x="2742" y="2857"/>
                </a:lnTo>
                <a:lnTo>
                  <a:pt x="2713" y="2867"/>
                </a:lnTo>
                <a:lnTo>
                  <a:pt x="2684" y="2876"/>
                </a:lnTo>
                <a:lnTo>
                  <a:pt x="2653" y="2884"/>
                </a:lnTo>
                <a:lnTo>
                  <a:pt x="2623" y="2892"/>
                </a:lnTo>
                <a:lnTo>
                  <a:pt x="2593" y="2901"/>
                </a:lnTo>
                <a:lnTo>
                  <a:pt x="2564" y="2911"/>
                </a:lnTo>
                <a:lnTo>
                  <a:pt x="2537" y="2923"/>
                </a:lnTo>
                <a:lnTo>
                  <a:pt x="2512" y="2937"/>
                </a:lnTo>
                <a:lnTo>
                  <a:pt x="2490" y="2955"/>
                </a:lnTo>
                <a:lnTo>
                  <a:pt x="2467" y="2975"/>
                </a:lnTo>
                <a:lnTo>
                  <a:pt x="2447" y="2998"/>
                </a:lnTo>
                <a:lnTo>
                  <a:pt x="2428" y="3022"/>
                </a:lnTo>
                <a:lnTo>
                  <a:pt x="2409" y="3047"/>
                </a:lnTo>
                <a:lnTo>
                  <a:pt x="2390" y="3072"/>
                </a:lnTo>
                <a:lnTo>
                  <a:pt x="2371" y="3096"/>
                </a:lnTo>
                <a:lnTo>
                  <a:pt x="2350" y="3119"/>
                </a:lnTo>
                <a:lnTo>
                  <a:pt x="2329" y="3139"/>
                </a:lnTo>
                <a:lnTo>
                  <a:pt x="2305" y="3156"/>
                </a:lnTo>
                <a:lnTo>
                  <a:pt x="2280" y="3169"/>
                </a:lnTo>
                <a:lnTo>
                  <a:pt x="2250" y="3178"/>
                </a:lnTo>
                <a:lnTo>
                  <a:pt x="2219" y="3182"/>
                </a:lnTo>
                <a:lnTo>
                  <a:pt x="2187" y="3183"/>
                </a:lnTo>
                <a:lnTo>
                  <a:pt x="2153" y="3180"/>
                </a:lnTo>
                <a:lnTo>
                  <a:pt x="2119" y="3176"/>
                </a:lnTo>
                <a:lnTo>
                  <a:pt x="2085" y="3171"/>
                </a:lnTo>
                <a:lnTo>
                  <a:pt x="2051" y="3167"/>
                </a:lnTo>
                <a:lnTo>
                  <a:pt x="2017" y="3165"/>
                </a:lnTo>
                <a:lnTo>
                  <a:pt x="1984" y="3165"/>
                </a:lnTo>
                <a:lnTo>
                  <a:pt x="1953" y="3169"/>
                </a:lnTo>
                <a:lnTo>
                  <a:pt x="1921" y="3177"/>
                </a:lnTo>
                <a:lnTo>
                  <a:pt x="1892" y="3189"/>
                </a:lnTo>
                <a:lnTo>
                  <a:pt x="1862" y="3205"/>
                </a:lnTo>
                <a:lnTo>
                  <a:pt x="1832" y="3221"/>
                </a:lnTo>
                <a:lnTo>
                  <a:pt x="1802" y="3239"/>
                </a:lnTo>
                <a:lnTo>
                  <a:pt x="1773" y="3256"/>
                </a:lnTo>
                <a:lnTo>
                  <a:pt x="1742" y="3271"/>
                </a:lnTo>
                <a:lnTo>
                  <a:pt x="1712" y="3283"/>
                </a:lnTo>
                <a:lnTo>
                  <a:pt x="1681" y="3291"/>
                </a:lnTo>
                <a:lnTo>
                  <a:pt x="1649" y="3294"/>
                </a:lnTo>
                <a:lnTo>
                  <a:pt x="1617" y="3291"/>
                </a:lnTo>
                <a:lnTo>
                  <a:pt x="1586" y="3283"/>
                </a:lnTo>
                <a:lnTo>
                  <a:pt x="1556" y="3271"/>
                </a:lnTo>
                <a:lnTo>
                  <a:pt x="1525" y="3256"/>
                </a:lnTo>
                <a:lnTo>
                  <a:pt x="1496" y="3239"/>
                </a:lnTo>
                <a:lnTo>
                  <a:pt x="1466" y="3221"/>
                </a:lnTo>
                <a:lnTo>
                  <a:pt x="1436" y="3205"/>
                </a:lnTo>
                <a:lnTo>
                  <a:pt x="1406" y="3189"/>
                </a:lnTo>
                <a:lnTo>
                  <a:pt x="1376" y="3177"/>
                </a:lnTo>
                <a:lnTo>
                  <a:pt x="1345" y="3169"/>
                </a:lnTo>
                <a:lnTo>
                  <a:pt x="1314" y="3165"/>
                </a:lnTo>
                <a:lnTo>
                  <a:pt x="1281" y="3165"/>
                </a:lnTo>
                <a:lnTo>
                  <a:pt x="1247" y="3167"/>
                </a:lnTo>
                <a:lnTo>
                  <a:pt x="1213" y="3171"/>
                </a:lnTo>
                <a:lnTo>
                  <a:pt x="1179" y="3176"/>
                </a:lnTo>
                <a:lnTo>
                  <a:pt x="1145" y="3180"/>
                </a:lnTo>
                <a:lnTo>
                  <a:pt x="1111" y="3183"/>
                </a:lnTo>
                <a:lnTo>
                  <a:pt x="1079" y="3182"/>
                </a:lnTo>
                <a:lnTo>
                  <a:pt x="1048" y="3178"/>
                </a:lnTo>
                <a:lnTo>
                  <a:pt x="1018" y="3169"/>
                </a:lnTo>
                <a:lnTo>
                  <a:pt x="993" y="3156"/>
                </a:lnTo>
                <a:lnTo>
                  <a:pt x="969" y="3139"/>
                </a:lnTo>
                <a:lnTo>
                  <a:pt x="948" y="3119"/>
                </a:lnTo>
                <a:lnTo>
                  <a:pt x="927" y="3096"/>
                </a:lnTo>
                <a:lnTo>
                  <a:pt x="908" y="3072"/>
                </a:lnTo>
                <a:lnTo>
                  <a:pt x="889" y="3047"/>
                </a:lnTo>
                <a:lnTo>
                  <a:pt x="870" y="3022"/>
                </a:lnTo>
                <a:lnTo>
                  <a:pt x="851" y="2998"/>
                </a:lnTo>
                <a:lnTo>
                  <a:pt x="831" y="2975"/>
                </a:lnTo>
                <a:lnTo>
                  <a:pt x="808" y="2955"/>
                </a:lnTo>
                <a:lnTo>
                  <a:pt x="786" y="2937"/>
                </a:lnTo>
                <a:lnTo>
                  <a:pt x="761" y="2923"/>
                </a:lnTo>
                <a:lnTo>
                  <a:pt x="734" y="2911"/>
                </a:lnTo>
                <a:lnTo>
                  <a:pt x="705" y="2901"/>
                </a:lnTo>
                <a:lnTo>
                  <a:pt x="675" y="2892"/>
                </a:lnTo>
                <a:lnTo>
                  <a:pt x="645" y="2884"/>
                </a:lnTo>
                <a:lnTo>
                  <a:pt x="614" y="2876"/>
                </a:lnTo>
                <a:lnTo>
                  <a:pt x="585" y="2867"/>
                </a:lnTo>
                <a:lnTo>
                  <a:pt x="556" y="2857"/>
                </a:lnTo>
                <a:lnTo>
                  <a:pt x="529" y="2845"/>
                </a:lnTo>
                <a:lnTo>
                  <a:pt x="505" y="2830"/>
                </a:lnTo>
                <a:lnTo>
                  <a:pt x="483" y="2812"/>
                </a:lnTo>
                <a:lnTo>
                  <a:pt x="465" y="2790"/>
                </a:lnTo>
                <a:lnTo>
                  <a:pt x="450" y="2766"/>
                </a:lnTo>
                <a:lnTo>
                  <a:pt x="438" y="2739"/>
                </a:lnTo>
                <a:lnTo>
                  <a:pt x="428" y="2710"/>
                </a:lnTo>
                <a:lnTo>
                  <a:pt x="419" y="2681"/>
                </a:lnTo>
                <a:lnTo>
                  <a:pt x="411" y="2650"/>
                </a:lnTo>
                <a:lnTo>
                  <a:pt x="403" y="2620"/>
                </a:lnTo>
                <a:lnTo>
                  <a:pt x="394" y="2590"/>
                </a:lnTo>
                <a:lnTo>
                  <a:pt x="384" y="2561"/>
                </a:lnTo>
                <a:lnTo>
                  <a:pt x="372" y="2534"/>
                </a:lnTo>
                <a:lnTo>
                  <a:pt x="358" y="2509"/>
                </a:lnTo>
                <a:lnTo>
                  <a:pt x="340" y="2487"/>
                </a:lnTo>
                <a:lnTo>
                  <a:pt x="320" y="2464"/>
                </a:lnTo>
                <a:lnTo>
                  <a:pt x="297" y="2444"/>
                </a:lnTo>
                <a:lnTo>
                  <a:pt x="272" y="2425"/>
                </a:lnTo>
                <a:lnTo>
                  <a:pt x="247" y="2406"/>
                </a:lnTo>
                <a:lnTo>
                  <a:pt x="222" y="2387"/>
                </a:lnTo>
                <a:lnTo>
                  <a:pt x="198" y="2368"/>
                </a:lnTo>
                <a:lnTo>
                  <a:pt x="175" y="2347"/>
                </a:lnTo>
                <a:lnTo>
                  <a:pt x="155" y="2326"/>
                </a:lnTo>
                <a:lnTo>
                  <a:pt x="138" y="2302"/>
                </a:lnTo>
                <a:lnTo>
                  <a:pt x="125" y="2277"/>
                </a:lnTo>
                <a:lnTo>
                  <a:pt x="116" y="2247"/>
                </a:lnTo>
                <a:lnTo>
                  <a:pt x="112" y="2216"/>
                </a:lnTo>
                <a:lnTo>
                  <a:pt x="111" y="2184"/>
                </a:lnTo>
                <a:lnTo>
                  <a:pt x="114" y="2150"/>
                </a:lnTo>
                <a:lnTo>
                  <a:pt x="118" y="2116"/>
                </a:lnTo>
                <a:lnTo>
                  <a:pt x="123" y="2082"/>
                </a:lnTo>
                <a:lnTo>
                  <a:pt x="127" y="2048"/>
                </a:lnTo>
                <a:lnTo>
                  <a:pt x="129" y="2014"/>
                </a:lnTo>
                <a:lnTo>
                  <a:pt x="129" y="1981"/>
                </a:lnTo>
                <a:lnTo>
                  <a:pt x="125" y="1950"/>
                </a:lnTo>
                <a:lnTo>
                  <a:pt x="117" y="1919"/>
                </a:lnTo>
                <a:lnTo>
                  <a:pt x="105" y="1890"/>
                </a:lnTo>
                <a:lnTo>
                  <a:pt x="90" y="1860"/>
                </a:lnTo>
                <a:lnTo>
                  <a:pt x="73" y="1830"/>
                </a:lnTo>
                <a:lnTo>
                  <a:pt x="55" y="1800"/>
                </a:lnTo>
                <a:lnTo>
                  <a:pt x="38" y="1771"/>
                </a:lnTo>
                <a:lnTo>
                  <a:pt x="23" y="1740"/>
                </a:lnTo>
                <a:lnTo>
                  <a:pt x="11" y="1710"/>
                </a:lnTo>
                <a:lnTo>
                  <a:pt x="3" y="1679"/>
                </a:lnTo>
                <a:lnTo>
                  <a:pt x="0" y="1647"/>
                </a:lnTo>
                <a:lnTo>
                  <a:pt x="3" y="1615"/>
                </a:lnTo>
                <a:lnTo>
                  <a:pt x="11" y="1584"/>
                </a:lnTo>
                <a:lnTo>
                  <a:pt x="23" y="1554"/>
                </a:lnTo>
                <a:lnTo>
                  <a:pt x="38" y="1523"/>
                </a:lnTo>
                <a:lnTo>
                  <a:pt x="55" y="1494"/>
                </a:lnTo>
                <a:lnTo>
                  <a:pt x="73" y="1464"/>
                </a:lnTo>
                <a:lnTo>
                  <a:pt x="90" y="1434"/>
                </a:lnTo>
                <a:lnTo>
                  <a:pt x="105" y="1404"/>
                </a:lnTo>
                <a:lnTo>
                  <a:pt x="117" y="1375"/>
                </a:lnTo>
                <a:lnTo>
                  <a:pt x="125" y="1344"/>
                </a:lnTo>
                <a:lnTo>
                  <a:pt x="129" y="1313"/>
                </a:lnTo>
                <a:lnTo>
                  <a:pt x="129" y="1280"/>
                </a:lnTo>
                <a:lnTo>
                  <a:pt x="127" y="1246"/>
                </a:lnTo>
                <a:lnTo>
                  <a:pt x="123" y="1212"/>
                </a:lnTo>
                <a:lnTo>
                  <a:pt x="118" y="1178"/>
                </a:lnTo>
                <a:lnTo>
                  <a:pt x="114" y="1144"/>
                </a:lnTo>
                <a:lnTo>
                  <a:pt x="111" y="1110"/>
                </a:lnTo>
                <a:lnTo>
                  <a:pt x="112" y="1078"/>
                </a:lnTo>
                <a:lnTo>
                  <a:pt x="116" y="1047"/>
                </a:lnTo>
                <a:lnTo>
                  <a:pt x="125" y="1017"/>
                </a:lnTo>
                <a:lnTo>
                  <a:pt x="138" y="992"/>
                </a:lnTo>
                <a:lnTo>
                  <a:pt x="155" y="968"/>
                </a:lnTo>
                <a:lnTo>
                  <a:pt x="175" y="947"/>
                </a:lnTo>
                <a:lnTo>
                  <a:pt x="198" y="926"/>
                </a:lnTo>
                <a:lnTo>
                  <a:pt x="222" y="907"/>
                </a:lnTo>
                <a:lnTo>
                  <a:pt x="247" y="888"/>
                </a:lnTo>
                <a:lnTo>
                  <a:pt x="272" y="869"/>
                </a:lnTo>
                <a:lnTo>
                  <a:pt x="297" y="850"/>
                </a:lnTo>
                <a:lnTo>
                  <a:pt x="320" y="830"/>
                </a:lnTo>
                <a:lnTo>
                  <a:pt x="340" y="807"/>
                </a:lnTo>
                <a:lnTo>
                  <a:pt x="358" y="785"/>
                </a:lnTo>
                <a:lnTo>
                  <a:pt x="372" y="760"/>
                </a:lnTo>
                <a:lnTo>
                  <a:pt x="384" y="733"/>
                </a:lnTo>
                <a:lnTo>
                  <a:pt x="394" y="704"/>
                </a:lnTo>
                <a:lnTo>
                  <a:pt x="403" y="674"/>
                </a:lnTo>
                <a:lnTo>
                  <a:pt x="411" y="644"/>
                </a:lnTo>
                <a:lnTo>
                  <a:pt x="419" y="613"/>
                </a:lnTo>
                <a:lnTo>
                  <a:pt x="428" y="584"/>
                </a:lnTo>
                <a:lnTo>
                  <a:pt x="438" y="555"/>
                </a:lnTo>
                <a:lnTo>
                  <a:pt x="450" y="528"/>
                </a:lnTo>
                <a:lnTo>
                  <a:pt x="465" y="504"/>
                </a:lnTo>
                <a:lnTo>
                  <a:pt x="483" y="482"/>
                </a:lnTo>
                <a:lnTo>
                  <a:pt x="505" y="464"/>
                </a:lnTo>
                <a:lnTo>
                  <a:pt x="529" y="449"/>
                </a:lnTo>
                <a:lnTo>
                  <a:pt x="556" y="437"/>
                </a:lnTo>
                <a:lnTo>
                  <a:pt x="585" y="427"/>
                </a:lnTo>
                <a:lnTo>
                  <a:pt x="614" y="418"/>
                </a:lnTo>
                <a:lnTo>
                  <a:pt x="645" y="410"/>
                </a:lnTo>
                <a:lnTo>
                  <a:pt x="675" y="402"/>
                </a:lnTo>
                <a:lnTo>
                  <a:pt x="705" y="393"/>
                </a:lnTo>
                <a:lnTo>
                  <a:pt x="734" y="383"/>
                </a:lnTo>
                <a:lnTo>
                  <a:pt x="761" y="371"/>
                </a:lnTo>
                <a:lnTo>
                  <a:pt x="786" y="357"/>
                </a:lnTo>
                <a:lnTo>
                  <a:pt x="808" y="339"/>
                </a:lnTo>
                <a:lnTo>
                  <a:pt x="831" y="319"/>
                </a:lnTo>
                <a:lnTo>
                  <a:pt x="851" y="296"/>
                </a:lnTo>
                <a:lnTo>
                  <a:pt x="870" y="272"/>
                </a:lnTo>
                <a:lnTo>
                  <a:pt x="889" y="247"/>
                </a:lnTo>
                <a:lnTo>
                  <a:pt x="908" y="222"/>
                </a:lnTo>
                <a:lnTo>
                  <a:pt x="927" y="198"/>
                </a:lnTo>
                <a:lnTo>
                  <a:pt x="948" y="175"/>
                </a:lnTo>
                <a:lnTo>
                  <a:pt x="969" y="155"/>
                </a:lnTo>
                <a:lnTo>
                  <a:pt x="993" y="138"/>
                </a:lnTo>
                <a:lnTo>
                  <a:pt x="1018" y="125"/>
                </a:lnTo>
                <a:lnTo>
                  <a:pt x="1048" y="116"/>
                </a:lnTo>
                <a:lnTo>
                  <a:pt x="1079" y="112"/>
                </a:lnTo>
                <a:lnTo>
                  <a:pt x="1111" y="111"/>
                </a:lnTo>
                <a:lnTo>
                  <a:pt x="1145" y="114"/>
                </a:lnTo>
                <a:lnTo>
                  <a:pt x="1179" y="118"/>
                </a:lnTo>
                <a:lnTo>
                  <a:pt x="1213" y="123"/>
                </a:lnTo>
                <a:lnTo>
                  <a:pt x="1247" y="127"/>
                </a:lnTo>
                <a:lnTo>
                  <a:pt x="1281" y="129"/>
                </a:lnTo>
                <a:lnTo>
                  <a:pt x="1314" y="129"/>
                </a:lnTo>
                <a:lnTo>
                  <a:pt x="1345" y="125"/>
                </a:lnTo>
                <a:lnTo>
                  <a:pt x="1376" y="117"/>
                </a:lnTo>
                <a:lnTo>
                  <a:pt x="1406" y="105"/>
                </a:lnTo>
                <a:lnTo>
                  <a:pt x="1436" y="89"/>
                </a:lnTo>
                <a:lnTo>
                  <a:pt x="1466" y="73"/>
                </a:lnTo>
                <a:lnTo>
                  <a:pt x="1496" y="55"/>
                </a:lnTo>
                <a:lnTo>
                  <a:pt x="1525" y="38"/>
                </a:lnTo>
                <a:lnTo>
                  <a:pt x="1556" y="23"/>
                </a:lnTo>
                <a:lnTo>
                  <a:pt x="1586" y="11"/>
                </a:lnTo>
                <a:lnTo>
                  <a:pt x="1617" y="3"/>
                </a:lnTo>
                <a:lnTo>
                  <a:pt x="1649" y="0"/>
                </a:lnTo>
                <a:close/>
              </a:path>
            </a:pathLst>
          </a:custGeom>
          <a:solidFill>
            <a:schemeClr val="bg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08892" y="1098388"/>
            <a:ext cx="7738814" cy="4394988"/>
          </a:xfrm>
        </p:spPr>
        <p:txBody>
          <a:bodyPr anchor="ctr">
            <a:noAutofit/>
          </a:bodyPr>
          <a:lstStyle>
            <a:lvl1pPr algn="ctr">
              <a:defRPr sz="7500" spc="600" baseline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61284" y="5979197"/>
            <a:ext cx="6034030" cy="742279"/>
          </a:xfrm>
        </p:spPr>
        <p:txBody>
          <a:bodyPr anchor="t">
            <a:normAutofit/>
          </a:bodyPr>
          <a:lstStyle>
            <a:lvl1pPr marL="0" indent="0" algn="ctr">
              <a:lnSpc>
                <a:spcPct val="100000"/>
              </a:lnSpc>
              <a:buNone/>
              <a:defRPr sz="1500" b="1" i="0" cap="all" spc="300" baseline="0">
                <a:solidFill>
                  <a:schemeClr val="tx2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08892" y="6375679"/>
            <a:ext cx="1747292" cy="348462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35249" y="6375679"/>
            <a:ext cx="3086100" cy="345796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00414" y="6375679"/>
            <a:ext cx="1747292" cy="345796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‹№›</a:t>
            </a:fld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0" y="0"/>
            <a:ext cx="212598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 title="left edge border"/>
          <p:cNvSpPr/>
          <p:nvPr/>
        </p:nvSpPr>
        <p:spPr>
          <a:xfrm>
            <a:off x="0" y="0"/>
            <a:ext cx="212598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6300825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61685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0"/>
            <a:ext cx="2110979" cy="6858000"/>
          </a:xfrm>
          <a:custGeom>
            <a:avLst/>
            <a:gdLst/>
            <a:ahLst/>
            <a:cxnLst/>
            <a:rect l="0" t="0" r="r" b="b"/>
            <a:pathLst>
              <a:path w="1773" h="4320">
                <a:moveTo>
                  <a:pt x="0" y="0"/>
                </a:moveTo>
                <a:lnTo>
                  <a:pt x="891" y="0"/>
                </a:lnTo>
                <a:lnTo>
                  <a:pt x="906" y="56"/>
                </a:lnTo>
                <a:lnTo>
                  <a:pt x="921" y="111"/>
                </a:lnTo>
                <a:lnTo>
                  <a:pt x="938" y="165"/>
                </a:lnTo>
                <a:lnTo>
                  <a:pt x="957" y="217"/>
                </a:lnTo>
                <a:lnTo>
                  <a:pt x="980" y="266"/>
                </a:lnTo>
                <a:lnTo>
                  <a:pt x="1007" y="312"/>
                </a:lnTo>
                <a:lnTo>
                  <a:pt x="1036" y="351"/>
                </a:lnTo>
                <a:lnTo>
                  <a:pt x="1069" y="387"/>
                </a:lnTo>
                <a:lnTo>
                  <a:pt x="1105" y="422"/>
                </a:lnTo>
                <a:lnTo>
                  <a:pt x="1145" y="456"/>
                </a:lnTo>
                <a:lnTo>
                  <a:pt x="1185" y="487"/>
                </a:lnTo>
                <a:lnTo>
                  <a:pt x="1227" y="520"/>
                </a:lnTo>
                <a:lnTo>
                  <a:pt x="1270" y="551"/>
                </a:lnTo>
                <a:lnTo>
                  <a:pt x="1311" y="584"/>
                </a:lnTo>
                <a:lnTo>
                  <a:pt x="1352" y="617"/>
                </a:lnTo>
                <a:lnTo>
                  <a:pt x="1390" y="651"/>
                </a:lnTo>
                <a:lnTo>
                  <a:pt x="1425" y="687"/>
                </a:lnTo>
                <a:lnTo>
                  <a:pt x="1456" y="725"/>
                </a:lnTo>
                <a:lnTo>
                  <a:pt x="1484" y="765"/>
                </a:lnTo>
                <a:lnTo>
                  <a:pt x="1505" y="808"/>
                </a:lnTo>
                <a:lnTo>
                  <a:pt x="1521" y="856"/>
                </a:lnTo>
                <a:lnTo>
                  <a:pt x="1530" y="907"/>
                </a:lnTo>
                <a:lnTo>
                  <a:pt x="1534" y="960"/>
                </a:lnTo>
                <a:lnTo>
                  <a:pt x="1534" y="1013"/>
                </a:lnTo>
                <a:lnTo>
                  <a:pt x="1530" y="1068"/>
                </a:lnTo>
                <a:lnTo>
                  <a:pt x="1523" y="1125"/>
                </a:lnTo>
                <a:lnTo>
                  <a:pt x="1515" y="1181"/>
                </a:lnTo>
                <a:lnTo>
                  <a:pt x="1508" y="1237"/>
                </a:lnTo>
                <a:lnTo>
                  <a:pt x="1501" y="1293"/>
                </a:lnTo>
                <a:lnTo>
                  <a:pt x="1496" y="1350"/>
                </a:lnTo>
                <a:lnTo>
                  <a:pt x="1494" y="1405"/>
                </a:lnTo>
                <a:lnTo>
                  <a:pt x="1497" y="1458"/>
                </a:lnTo>
                <a:lnTo>
                  <a:pt x="1504" y="1511"/>
                </a:lnTo>
                <a:lnTo>
                  <a:pt x="1517" y="1560"/>
                </a:lnTo>
                <a:lnTo>
                  <a:pt x="1535" y="1610"/>
                </a:lnTo>
                <a:lnTo>
                  <a:pt x="1557" y="1659"/>
                </a:lnTo>
                <a:lnTo>
                  <a:pt x="1583" y="1708"/>
                </a:lnTo>
                <a:lnTo>
                  <a:pt x="1611" y="1757"/>
                </a:lnTo>
                <a:lnTo>
                  <a:pt x="1640" y="1807"/>
                </a:lnTo>
                <a:lnTo>
                  <a:pt x="1669" y="1855"/>
                </a:lnTo>
                <a:lnTo>
                  <a:pt x="1696" y="1905"/>
                </a:lnTo>
                <a:lnTo>
                  <a:pt x="1721" y="1954"/>
                </a:lnTo>
                <a:lnTo>
                  <a:pt x="1742" y="2006"/>
                </a:lnTo>
                <a:lnTo>
                  <a:pt x="1759" y="2057"/>
                </a:lnTo>
                <a:lnTo>
                  <a:pt x="1769" y="2108"/>
                </a:lnTo>
                <a:lnTo>
                  <a:pt x="1773" y="2160"/>
                </a:lnTo>
                <a:lnTo>
                  <a:pt x="1769" y="2212"/>
                </a:lnTo>
                <a:lnTo>
                  <a:pt x="1759" y="2263"/>
                </a:lnTo>
                <a:lnTo>
                  <a:pt x="1742" y="2314"/>
                </a:lnTo>
                <a:lnTo>
                  <a:pt x="1721" y="2366"/>
                </a:lnTo>
                <a:lnTo>
                  <a:pt x="1696" y="2415"/>
                </a:lnTo>
                <a:lnTo>
                  <a:pt x="1669" y="2465"/>
                </a:lnTo>
                <a:lnTo>
                  <a:pt x="1640" y="2513"/>
                </a:lnTo>
                <a:lnTo>
                  <a:pt x="1611" y="2563"/>
                </a:lnTo>
                <a:lnTo>
                  <a:pt x="1583" y="2612"/>
                </a:lnTo>
                <a:lnTo>
                  <a:pt x="1557" y="2661"/>
                </a:lnTo>
                <a:lnTo>
                  <a:pt x="1535" y="2710"/>
                </a:lnTo>
                <a:lnTo>
                  <a:pt x="1517" y="2760"/>
                </a:lnTo>
                <a:lnTo>
                  <a:pt x="1504" y="2809"/>
                </a:lnTo>
                <a:lnTo>
                  <a:pt x="1497" y="2862"/>
                </a:lnTo>
                <a:lnTo>
                  <a:pt x="1494" y="2915"/>
                </a:lnTo>
                <a:lnTo>
                  <a:pt x="1496" y="2970"/>
                </a:lnTo>
                <a:lnTo>
                  <a:pt x="1501" y="3027"/>
                </a:lnTo>
                <a:lnTo>
                  <a:pt x="1508" y="3083"/>
                </a:lnTo>
                <a:lnTo>
                  <a:pt x="1515" y="3139"/>
                </a:lnTo>
                <a:lnTo>
                  <a:pt x="1523" y="3195"/>
                </a:lnTo>
                <a:lnTo>
                  <a:pt x="1530" y="3252"/>
                </a:lnTo>
                <a:lnTo>
                  <a:pt x="1534" y="3307"/>
                </a:lnTo>
                <a:lnTo>
                  <a:pt x="1534" y="3360"/>
                </a:lnTo>
                <a:lnTo>
                  <a:pt x="1530" y="3413"/>
                </a:lnTo>
                <a:lnTo>
                  <a:pt x="1521" y="3464"/>
                </a:lnTo>
                <a:lnTo>
                  <a:pt x="1505" y="3512"/>
                </a:lnTo>
                <a:lnTo>
                  <a:pt x="1484" y="3555"/>
                </a:lnTo>
                <a:lnTo>
                  <a:pt x="1456" y="3595"/>
                </a:lnTo>
                <a:lnTo>
                  <a:pt x="1425" y="3633"/>
                </a:lnTo>
                <a:lnTo>
                  <a:pt x="1390" y="3669"/>
                </a:lnTo>
                <a:lnTo>
                  <a:pt x="1352" y="3703"/>
                </a:lnTo>
                <a:lnTo>
                  <a:pt x="1311" y="3736"/>
                </a:lnTo>
                <a:lnTo>
                  <a:pt x="1270" y="3769"/>
                </a:lnTo>
                <a:lnTo>
                  <a:pt x="1227" y="3800"/>
                </a:lnTo>
                <a:lnTo>
                  <a:pt x="1185" y="3833"/>
                </a:lnTo>
                <a:lnTo>
                  <a:pt x="1145" y="3864"/>
                </a:lnTo>
                <a:lnTo>
                  <a:pt x="1105" y="3898"/>
                </a:lnTo>
                <a:lnTo>
                  <a:pt x="1069" y="3933"/>
                </a:lnTo>
                <a:lnTo>
                  <a:pt x="1036" y="3969"/>
                </a:lnTo>
                <a:lnTo>
                  <a:pt x="1007" y="4008"/>
                </a:lnTo>
                <a:lnTo>
                  <a:pt x="980" y="4054"/>
                </a:lnTo>
                <a:lnTo>
                  <a:pt x="957" y="4103"/>
                </a:lnTo>
                <a:lnTo>
                  <a:pt x="938" y="4155"/>
                </a:lnTo>
                <a:lnTo>
                  <a:pt x="921" y="4209"/>
                </a:lnTo>
                <a:lnTo>
                  <a:pt x="906" y="4264"/>
                </a:lnTo>
                <a:lnTo>
                  <a:pt x="891" y="4320"/>
                </a:lnTo>
                <a:lnTo>
                  <a:pt x="0" y="4320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32197" y="1073889"/>
            <a:ext cx="6140303" cy="4064627"/>
          </a:xfrm>
        </p:spPr>
        <p:txBody>
          <a:bodyPr anchor="b">
            <a:normAutofit/>
          </a:bodyPr>
          <a:lstStyle>
            <a:lvl1pPr>
              <a:defRPr sz="6300" spc="600" baseline="0"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32198" y="5159782"/>
            <a:ext cx="5263116" cy="951135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500" b="1" i="0" cap="all" spc="300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427410" y="6375679"/>
            <a:ext cx="1120460" cy="348462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59298" y="6375679"/>
            <a:ext cx="3086100" cy="345796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456825" y="6375679"/>
            <a:ext cx="1115675" cy="345796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‹№›</a:t>
            </a:fld>
            <a:endParaRPr lang="en-US"/>
          </a:p>
        </p:txBody>
      </p:sp>
      <p:sp>
        <p:nvSpPr>
          <p:cNvPr id="16" name="Freeform 11"/>
          <p:cNvSpPr/>
          <p:nvPr/>
        </p:nvSpPr>
        <p:spPr bwMode="auto">
          <a:xfrm>
            <a:off x="655786" y="0"/>
            <a:ext cx="1234679" cy="6858000"/>
          </a:xfrm>
          <a:custGeom>
            <a:avLst/>
            <a:gdLst/>
            <a:ahLst/>
            <a:cxnLst/>
            <a:rect l="0" t="0" r="r" b="b"/>
            <a:pathLst>
              <a:path w="1037" h="4320">
                <a:moveTo>
                  <a:pt x="0" y="0"/>
                </a:moveTo>
                <a:lnTo>
                  <a:pt x="171" y="0"/>
                </a:lnTo>
                <a:lnTo>
                  <a:pt x="188" y="55"/>
                </a:lnTo>
                <a:lnTo>
                  <a:pt x="204" y="110"/>
                </a:lnTo>
                <a:lnTo>
                  <a:pt x="220" y="166"/>
                </a:lnTo>
                <a:lnTo>
                  <a:pt x="234" y="223"/>
                </a:lnTo>
                <a:lnTo>
                  <a:pt x="251" y="278"/>
                </a:lnTo>
                <a:lnTo>
                  <a:pt x="269" y="331"/>
                </a:lnTo>
                <a:lnTo>
                  <a:pt x="292" y="381"/>
                </a:lnTo>
                <a:lnTo>
                  <a:pt x="319" y="427"/>
                </a:lnTo>
                <a:lnTo>
                  <a:pt x="349" y="466"/>
                </a:lnTo>
                <a:lnTo>
                  <a:pt x="382" y="503"/>
                </a:lnTo>
                <a:lnTo>
                  <a:pt x="420" y="537"/>
                </a:lnTo>
                <a:lnTo>
                  <a:pt x="460" y="571"/>
                </a:lnTo>
                <a:lnTo>
                  <a:pt x="502" y="603"/>
                </a:lnTo>
                <a:lnTo>
                  <a:pt x="544" y="635"/>
                </a:lnTo>
                <a:lnTo>
                  <a:pt x="587" y="668"/>
                </a:lnTo>
                <a:lnTo>
                  <a:pt x="628" y="700"/>
                </a:lnTo>
                <a:lnTo>
                  <a:pt x="667" y="734"/>
                </a:lnTo>
                <a:lnTo>
                  <a:pt x="703" y="771"/>
                </a:lnTo>
                <a:lnTo>
                  <a:pt x="736" y="808"/>
                </a:lnTo>
                <a:lnTo>
                  <a:pt x="763" y="848"/>
                </a:lnTo>
                <a:lnTo>
                  <a:pt x="786" y="893"/>
                </a:lnTo>
                <a:lnTo>
                  <a:pt x="800" y="937"/>
                </a:lnTo>
                <a:lnTo>
                  <a:pt x="809" y="986"/>
                </a:lnTo>
                <a:lnTo>
                  <a:pt x="813" y="1034"/>
                </a:lnTo>
                <a:lnTo>
                  <a:pt x="812" y="1085"/>
                </a:lnTo>
                <a:lnTo>
                  <a:pt x="808" y="1136"/>
                </a:lnTo>
                <a:lnTo>
                  <a:pt x="803" y="1189"/>
                </a:lnTo>
                <a:lnTo>
                  <a:pt x="796" y="1242"/>
                </a:lnTo>
                <a:lnTo>
                  <a:pt x="788" y="1295"/>
                </a:lnTo>
                <a:lnTo>
                  <a:pt x="782" y="1348"/>
                </a:lnTo>
                <a:lnTo>
                  <a:pt x="778" y="1401"/>
                </a:lnTo>
                <a:lnTo>
                  <a:pt x="775" y="1452"/>
                </a:lnTo>
                <a:lnTo>
                  <a:pt x="778" y="1502"/>
                </a:lnTo>
                <a:lnTo>
                  <a:pt x="784" y="1551"/>
                </a:lnTo>
                <a:lnTo>
                  <a:pt x="797" y="1602"/>
                </a:lnTo>
                <a:lnTo>
                  <a:pt x="817" y="1652"/>
                </a:lnTo>
                <a:lnTo>
                  <a:pt x="841" y="1702"/>
                </a:lnTo>
                <a:lnTo>
                  <a:pt x="868" y="1752"/>
                </a:lnTo>
                <a:lnTo>
                  <a:pt x="896" y="1801"/>
                </a:lnTo>
                <a:lnTo>
                  <a:pt x="926" y="1851"/>
                </a:lnTo>
                <a:lnTo>
                  <a:pt x="953" y="1901"/>
                </a:lnTo>
                <a:lnTo>
                  <a:pt x="980" y="1952"/>
                </a:lnTo>
                <a:lnTo>
                  <a:pt x="1003" y="2003"/>
                </a:lnTo>
                <a:lnTo>
                  <a:pt x="1021" y="2054"/>
                </a:lnTo>
                <a:lnTo>
                  <a:pt x="1031" y="2106"/>
                </a:lnTo>
                <a:lnTo>
                  <a:pt x="1037" y="2160"/>
                </a:lnTo>
                <a:lnTo>
                  <a:pt x="1031" y="2214"/>
                </a:lnTo>
                <a:lnTo>
                  <a:pt x="1021" y="2266"/>
                </a:lnTo>
                <a:lnTo>
                  <a:pt x="1003" y="2317"/>
                </a:lnTo>
                <a:lnTo>
                  <a:pt x="980" y="2368"/>
                </a:lnTo>
                <a:lnTo>
                  <a:pt x="953" y="2419"/>
                </a:lnTo>
                <a:lnTo>
                  <a:pt x="926" y="2469"/>
                </a:lnTo>
                <a:lnTo>
                  <a:pt x="896" y="2519"/>
                </a:lnTo>
                <a:lnTo>
                  <a:pt x="868" y="2568"/>
                </a:lnTo>
                <a:lnTo>
                  <a:pt x="841" y="2618"/>
                </a:lnTo>
                <a:lnTo>
                  <a:pt x="817" y="2668"/>
                </a:lnTo>
                <a:lnTo>
                  <a:pt x="797" y="2718"/>
                </a:lnTo>
                <a:lnTo>
                  <a:pt x="784" y="2769"/>
                </a:lnTo>
                <a:lnTo>
                  <a:pt x="778" y="2818"/>
                </a:lnTo>
                <a:lnTo>
                  <a:pt x="775" y="2868"/>
                </a:lnTo>
                <a:lnTo>
                  <a:pt x="778" y="2919"/>
                </a:lnTo>
                <a:lnTo>
                  <a:pt x="782" y="2972"/>
                </a:lnTo>
                <a:lnTo>
                  <a:pt x="788" y="3025"/>
                </a:lnTo>
                <a:lnTo>
                  <a:pt x="796" y="3078"/>
                </a:lnTo>
                <a:lnTo>
                  <a:pt x="803" y="3131"/>
                </a:lnTo>
                <a:lnTo>
                  <a:pt x="808" y="3184"/>
                </a:lnTo>
                <a:lnTo>
                  <a:pt x="812" y="3235"/>
                </a:lnTo>
                <a:lnTo>
                  <a:pt x="813" y="3286"/>
                </a:lnTo>
                <a:lnTo>
                  <a:pt x="809" y="3334"/>
                </a:lnTo>
                <a:lnTo>
                  <a:pt x="800" y="3383"/>
                </a:lnTo>
                <a:lnTo>
                  <a:pt x="786" y="3427"/>
                </a:lnTo>
                <a:lnTo>
                  <a:pt x="763" y="3472"/>
                </a:lnTo>
                <a:lnTo>
                  <a:pt x="736" y="3512"/>
                </a:lnTo>
                <a:lnTo>
                  <a:pt x="703" y="3549"/>
                </a:lnTo>
                <a:lnTo>
                  <a:pt x="667" y="3586"/>
                </a:lnTo>
                <a:lnTo>
                  <a:pt x="628" y="3620"/>
                </a:lnTo>
                <a:lnTo>
                  <a:pt x="587" y="3652"/>
                </a:lnTo>
                <a:lnTo>
                  <a:pt x="544" y="3685"/>
                </a:lnTo>
                <a:lnTo>
                  <a:pt x="502" y="3717"/>
                </a:lnTo>
                <a:lnTo>
                  <a:pt x="460" y="3749"/>
                </a:lnTo>
                <a:lnTo>
                  <a:pt x="420" y="3783"/>
                </a:lnTo>
                <a:lnTo>
                  <a:pt x="382" y="3817"/>
                </a:lnTo>
                <a:lnTo>
                  <a:pt x="349" y="3854"/>
                </a:lnTo>
                <a:lnTo>
                  <a:pt x="319" y="3893"/>
                </a:lnTo>
                <a:lnTo>
                  <a:pt x="292" y="3939"/>
                </a:lnTo>
                <a:lnTo>
                  <a:pt x="269" y="3989"/>
                </a:lnTo>
                <a:lnTo>
                  <a:pt x="251" y="4042"/>
                </a:lnTo>
                <a:lnTo>
                  <a:pt x="234" y="4097"/>
                </a:lnTo>
                <a:lnTo>
                  <a:pt x="220" y="4154"/>
                </a:lnTo>
                <a:lnTo>
                  <a:pt x="204" y="4210"/>
                </a:lnTo>
                <a:lnTo>
                  <a:pt x="188" y="4265"/>
                </a:lnTo>
                <a:lnTo>
                  <a:pt x="171" y="4320"/>
                </a:lnTo>
                <a:lnTo>
                  <a:pt x="0" y="4320"/>
                </a:lnTo>
                <a:lnTo>
                  <a:pt x="17" y="4278"/>
                </a:lnTo>
                <a:lnTo>
                  <a:pt x="33" y="4232"/>
                </a:lnTo>
                <a:lnTo>
                  <a:pt x="46" y="4183"/>
                </a:lnTo>
                <a:lnTo>
                  <a:pt x="60" y="4131"/>
                </a:lnTo>
                <a:lnTo>
                  <a:pt x="75" y="4075"/>
                </a:lnTo>
                <a:lnTo>
                  <a:pt x="90" y="4019"/>
                </a:lnTo>
                <a:lnTo>
                  <a:pt x="109" y="3964"/>
                </a:lnTo>
                <a:lnTo>
                  <a:pt x="129" y="3909"/>
                </a:lnTo>
                <a:lnTo>
                  <a:pt x="156" y="3855"/>
                </a:lnTo>
                <a:lnTo>
                  <a:pt x="186" y="3804"/>
                </a:lnTo>
                <a:lnTo>
                  <a:pt x="222" y="3756"/>
                </a:lnTo>
                <a:lnTo>
                  <a:pt x="261" y="3713"/>
                </a:lnTo>
                <a:lnTo>
                  <a:pt x="303" y="3672"/>
                </a:lnTo>
                <a:lnTo>
                  <a:pt x="348" y="3634"/>
                </a:lnTo>
                <a:lnTo>
                  <a:pt x="392" y="3599"/>
                </a:lnTo>
                <a:lnTo>
                  <a:pt x="438" y="3565"/>
                </a:lnTo>
                <a:lnTo>
                  <a:pt x="482" y="3531"/>
                </a:lnTo>
                <a:lnTo>
                  <a:pt x="523" y="3499"/>
                </a:lnTo>
                <a:lnTo>
                  <a:pt x="561" y="3466"/>
                </a:lnTo>
                <a:lnTo>
                  <a:pt x="594" y="3434"/>
                </a:lnTo>
                <a:lnTo>
                  <a:pt x="620" y="3400"/>
                </a:lnTo>
                <a:lnTo>
                  <a:pt x="638" y="3367"/>
                </a:lnTo>
                <a:lnTo>
                  <a:pt x="647" y="3336"/>
                </a:lnTo>
                <a:lnTo>
                  <a:pt x="652" y="3302"/>
                </a:lnTo>
                <a:lnTo>
                  <a:pt x="654" y="3265"/>
                </a:lnTo>
                <a:lnTo>
                  <a:pt x="651" y="3224"/>
                </a:lnTo>
                <a:lnTo>
                  <a:pt x="647" y="3181"/>
                </a:lnTo>
                <a:lnTo>
                  <a:pt x="642" y="3137"/>
                </a:lnTo>
                <a:lnTo>
                  <a:pt x="637" y="3091"/>
                </a:lnTo>
                <a:lnTo>
                  <a:pt x="626" y="3021"/>
                </a:lnTo>
                <a:lnTo>
                  <a:pt x="620" y="2952"/>
                </a:lnTo>
                <a:lnTo>
                  <a:pt x="616" y="2881"/>
                </a:lnTo>
                <a:lnTo>
                  <a:pt x="618" y="2809"/>
                </a:lnTo>
                <a:lnTo>
                  <a:pt x="628" y="2737"/>
                </a:lnTo>
                <a:lnTo>
                  <a:pt x="642" y="2681"/>
                </a:lnTo>
                <a:lnTo>
                  <a:pt x="661" y="2626"/>
                </a:lnTo>
                <a:lnTo>
                  <a:pt x="685" y="2574"/>
                </a:lnTo>
                <a:lnTo>
                  <a:pt x="711" y="2521"/>
                </a:lnTo>
                <a:lnTo>
                  <a:pt x="739" y="2472"/>
                </a:lnTo>
                <a:lnTo>
                  <a:pt x="767" y="2423"/>
                </a:lnTo>
                <a:lnTo>
                  <a:pt x="791" y="2381"/>
                </a:lnTo>
                <a:lnTo>
                  <a:pt x="813" y="2342"/>
                </a:lnTo>
                <a:lnTo>
                  <a:pt x="834" y="2303"/>
                </a:lnTo>
                <a:lnTo>
                  <a:pt x="851" y="2265"/>
                </a:lnTo>
                <a:lnTo>
                  <a:pt x="864" y="2228"/>
                </a:lnTo>
                <a:lnTo>
                  <a:pt x="873" y="2194"/>
                </a:lnTo>
                <a:lnTo>
                  <a:pt x="876" y="2160"/>
                </a:lnTo>
                <a:lnTo>
                  <a:pt x="873" y="2126"/>
                </a:lnTo>
                <a:lnTo>
                  <a:pt x="864" y="2092"/>
                </a:lnTo>
                <a:lnTo>
                  <a:pt x="851" y="2055"/>
                </a:lnTo>
                <a:lnTo>
                  <a:pt x="834" y="2017"/>
                </a:lnTo>
                <a:lnTo>
                  <a:pt x="813" y="1978"/>
                </a:lnTo>
                <a:lnTo>
                  <a:pt x="791" y="1939"/>
                </a:lnTo>
                <a:lnTo>
                  <a:pt x="767" y="1897"/>
                </a:lnTo>
                <a:lnTo>
                  <a:pt x="739" y="1848"/>
                </a:lnTo>
                <a:lnTo>
                  <a:pt x="711" y="1799"/>
                </a:lnTo>
                <a:lnTo>
                  <a:pt x="685" y="1746"/>
                </a:lnTo>
                <a:lnTo>
                  <a:pt x="661" y="1694"/>
                </a:lnTo>
                <a:lnTo>
                  <a:pt x="642" y="1639"/>
                </a:lnTo>
                <a:lnTo>
                  <a:pt x="628" y="1583"/>
                </a:lnTo>
                <a:lnTo>
                  <a:pt x="618" y="1511"/>
                </a:lnTo>
                <a:lnTo>
                  <a:pt x="616" y="1439"/>
                </a:lnTo>
                <a:lnTo>
                  <a:pt x="620" y="1368"/>
                </a:lnTo>
                <a:lnTo>
                  <a:pt x="626" y="1299"/>
                </a:lnTo>
                <a:lnTo>
                  <a:pt x="637" y="1229"/>
                </a:lnTo>
                <a:lnTo>
                  <a:pt x="642" y="1183"/>
                </a:lnTo>
                <a:lnTo>
                  <a:pt x="647" y="1139"/>
                </a:lnTo>
                <a:lnTo>
                  <a:pt x="651" y="1096"/>
                </a:lnTo>
                <a:lnTo>
                  <a:pt x="654" y="1055"/>
                </a:lnTo>
                <a:lnTo>
                  <a:pt x="652" y="1018"/>
                </a:lnTo>
                <a:lnTo>
                  <a:pt x="647" y="984"/>
                </a:lnTo>
                <a:lnTo>
                  <a:pt x="638" y="953"/>
                </a:lnTo>
                <a:lnTo>
                  <a:pt x="620" y="920"/>
                </a:lnTo>
                <a:lnTo>
                  <a:pt x="594" y="886"/>
                </a:lnTo>
                <a:lnTo>
                  <a:pt x="561" y="854"/>
                </a:lnTo>
                <a:lnTo>
                  <a:pt x="523" y="822"/>
                </a:lnTo>
                <a:lnTo>
                  <a:pt x="482" y="789"/>
                </a:lnTo>
                <a:lnTo>
                  <a:pt x="438" y="755"/>
                </a:lnTo>
                <a:lnTo>
                  <a:pt x="392" y="721"/>
                </a:lnTo>
                <a:lnTo>
                  <a:pt x="348" y="686"/>
                </a:lnTo>
                <a:lnTo>
                  <a:pt x="303" y="648"/>
                </a:lnTo>
                <a:lnTo>
                  <a:pt x="261" y="607"/>
                </a:lnTo>
                <a:lnTo>
                  <a:pt x="222" y="564"/>
                </a:lnTo>
                <a:lnTo>
                  <a:pt x="186" y="516"/>
                </a:lnTo>
                <a:lnTo>
                  <a:pt x="156" y="465"/>
                </a:lnTo>
                <a:lnTo>
                  <a:pt x="129" y="411"/>
                </a:lnTo>
                <a:lnTo>
                  <a:pt x="109" y="356"/>
                </a:lnTo>
                <a:lnTo>
                  <a:pt x="90" y="301"/>
                </a:lnTo>
                <a:lnTo>
                  <a:pt x="75" y="245"/>
                </a:lnTo>
                <a:lnTo>
                  <a:pt x="60" y="189"/>
                </a:lnTo>
                <a:lnTo>
                  <a:pt x="46" y="137"/>
                </a:lnTo>
                <a:lnTo>
                  <a:pt x="33" y="88"/>
                </a:lnTo>
                <a:lnTo>
                  <a:pt x="17" y="42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 w="0">
            <a:noFill/>
            <a:prstDash val="solid"/>
            <a:round/>
            <a:headEnd/>
            <a:tailEnd/>
          </a:ln>
        </p:spPr>
      </p:sp>
      <p:grpSp>
        <p:nvGrpSpPr>
          <p:cNvPr id="7" name="Group 6" title="left scallop shape"/>
          <p:cNvGrpSpPr/>
          <p:nvPr/>
        </p:nvGrpSpPr>
        <p:grpSpPr>
          <a:xfrm>
            <a:off x="0" y="0"/>
            <a:ext cx="2110979" cy="6858000"/>
            <a:chOff x="0" y="0"/>
            <a:chExt cx="2110979" cy="6858000"/>
          </a:xfrm>
        </p:grpSpPr>
        <p:sp>
          <p:nvSpPr>
            <p:cNvPr id="9" name="Freeform 8" title="left scallop shape"/>
            <p:cNvSpPr/>
            <p:nvPr/>
          </p:nvSpPr>
          <p:spPr bwMode="auto">
            <a:xfrm>
              <a:off x="0" y="0"/>
              <a:ext cx="2110979" cy="6858000"/>
            </a:xfrm>
            <a:custGeom>
              <a:avLst/>
              <a:gdLst/>
              <a:ahLst/>
              <a:cxnLst/>
              <a:rect l="0" t="0" r="r" b="b"/>
              <a:pathLst>
                <a:path w="1773" h="4320">
                  <a:moveTo>
                    <a:pt x="0" y="0"/>
                  </a:moveTo>
                  <a:lnTo>
                    <a:pt x="891" y="0"/>
                  </a:lnTo>
                  <a:lnTo>
                    <a:pt x="906" y="56"/>
                  </a:lnTo>
                  <a:lnTo>
                    <a:pt x="921" y="111"/>
                  </a:lnTo>
                  <a:lnTo>
                    <a:pt x="938" y="165"/>
                  </a:lnTo>
                  <a:lnTo>
                    <a:pt x="957" y="217"/>
                  </a:lnTo>
                  <a:lnTo>
                    <a:pt x="980" y="266"/>
                  </a:lnTo>
                  <a:lnTo>
                    <a:pt x="1007" y="312"/>
                  </a:lnTo>
                  <a:lnTo>
                    <a:pt x="1036" y="351"/>
                  </a:lnTo>
                  <a:lnTo>
                    <a:pt x="1069" y="387"/>
                  </a:lnTo>
                  <a:lnTo>
                    <a:pt x="1105" y="422"/>
                  </a:lnTo>
                  <a:lnTo>
                    <a:pt x="1145" y="456"/>
                  </a:lnTo>
                  <a:lnTo>
                    <a:pt x="1185" y="487"/>
                  </a:lnTo>
                  <a:lnTo>
                    <a:pt x="1227" y="520"/>
                  </a:lnTo>
                  <a:lnTo>
                    <a:pt x="1270" y="551"/>
                  </a:lnTo>
                  <a:lnTo>
                    <a:pt x="1311" y="584"/>
                  </a:lnTo>
                  <a:lnTo>
                    <a:pt x="1352" y="617"/>
                  </a:lnTo>
                  <a:lnTo>
                    <a:pt x="1390" y="651"/>
                  </a:lnTo>
                  <a:lnTo>
                    <a:pt x="1425" y="687"/>
                  </a:lnTo>
                  <a:lnTo>
                    <a:pt x="1456" y="725"/>
                  </a:lnTo>
                  <a:lnTo>
                    <a:pt x="1484" y="765"/>
                  </a:lnTo>
                  <a:lnTo>
                    <a:pt x="1505" y="808"/>
                  </a:lnTo>
                  <a:lnTo>
                    <a:pt x="1521" y="856"/>
                  </a:lnTo>
                  <a:lnTo>
                    <a:pt x="1530" y="907"/>
                  </a:lnTo>
                  <a:lnTo>
                    <a:pt x="1534" y="960"/>
                  </a:lnTo>
                  <a:lnTo>
                    <a:pt x="1534" y="1013"/>
                  </a:lnTo>
                  <a:lnTo>
                    <a:pt x="1530" y="1068"/>
                  </a:lnTo>
                  <a:lnTo>
                    <a:pt x="1523" y="1125"/>
                  </a:lnTo>
                  <a:lnTo>
                    <a:pt x="1515" y="1181"/>
                  </a:lnTo>
                  <a:lnTo>
                    <a:pt x="1508" y="1237"/>
                  </a:lnTo>
                  <a:lnTo>
                    <a:pt x="1501" y="1293"/>
                  </a:lnTo>
                  <a:lnTo>
                    <a:pt x="1496" y="1350"/>
                  </a:lnTo>
                  <a:lnTo>
                    <a:pt x="1494" y="1405"/>
                  </a:lnTo>
                  <a:lnTo>
                    <a:pt x="1497" y="1458"/>
                  </a:lnTo>
                  <a:lnTo>
                    <a:pt x="1504" y="1511"/>
                  </a:lnTo>
                  <a:lnTo>
                    <a:pt x="1517" y="1560"/>
                  </a:lnTo>
                  <a:lnTo>
                    <a:pt x="1535" y="1610"/>
                  </a:lnTo>
                  <a:lnTo>
                    <a:pt x="1557" y="1659"/>
                  </a:lnTo>
                  <a:lnTo>
                    <a:pt x="1583" y="1708"/>
                  </a:lnTo>
                  <a:lnTo>
                    <a:pt x="1611" y="1757"/>
                  </a:lnTo>
                  <a:lnTo>
                    <a:pt x="1640" y="1807"/>
                  </a:lnTo>
                  <a:lnTo>
                    <a:pt x="1669" y="1855"/>
                  </a:lnTo>
                  <a:lnTo>
                    <a:pt x="1696" y="1905"/>
                  </a:lnTo>
                  <a:lnTo>
                    <a:pt x="1721" y="1954"/>
                  </a:lnTo>
                  <a:lnTo>
                    <a:pt x="1742" y="2006"/>
                  </a:lnTo>
                  <a:lnTo>
                    <a:pt x="1759" y="2057"/>
                  </a:lnTo>
                  <a:lnTo>
                    <a:pt x="1769" y="2108"/>
                  </a:lnTo>
                  <a:lnTo>
                    <a:pt x="1773" y="2160"/>
                  </a:lnTo>
                  <a:lnTo>
                    <a:pt x="1769" y="2212"/>
                  </a:lnTo>
                  <a:lnTo>
                    <a:pt x="1759" y="2263"/>
                  </a:lnTo>
                  <a:lnTo>
                    <a:pt x="1742" y="2314"/>
                  </a:lnTo>
                  <a:lnTo>
                    <a:pt x="1721" y="2366"/>
                  </a:lnTo>
                  <a:lnTo>
                    <a:pt x="1696" y="2415"/>
                  </a:lnTo>
                  <a:lnTo>
                    <a:pt x="1669" y="2465"/>
                  </a:lnTo>
                  <a:lnTo>
                    <a:pt x="1640" y="2513"/>
                  </a:lnTo>
                  <a:lnTo>
                    <a:pt x="1611" y="2563"/>
                  </a:lnTo>
                  <a:lnTo>
                    <a:pt x="1583" y="2612"/>
                  </a:lnTo>
                  <a:lnTo>
                    <a:pt x="1557" y="2661"/>
                  </a:lnTo>
                  <a:lnTo>
                    <a:pt x="1535" y="2710"/>
                  </a:lnTo>
                  <a:lnTo>
                    <a:pt x="1517" y="2760"/>
                  </a:lnTo>
                  <a:lnTo>
                    <a:pt x="1504" y="2809"/>
                  </a:lnTo>
                  <a:lnTo>
                    <a:pt x="1497" y="2862"/>
                  </a:lnTo>
                  <a:lnTo>
                    <a:pt x="1494" y="2915"/>
                  </a:lnTo>
                  <a:lnTo>
                    <a:pt x="1496" y="2970"/>
                  </a:lnTo>
                  <a:lnTo>
                    <a:pt x="1501" y="3027"/>
                  </a:lnTo>
                  <a:lnTo>
                    <a:pt x="1508" y="3083"/>
                  </a:lnTo>
                  <a:lnTo>
                    <a:pt x="1515" y="3139"/>
                  </a:lnTo>
                  <a:lnTo>
                    <a:pt x="1523" y="3195"/>
                  </a:lnTo>
                  <a:lnTo>
                    <a:pt x="1530" y="3252"/>
                  </a:lnTo>
                  <a:lnTo>
                    <a:pt x="1534" y="3307"/>
                  </a:lnTo>
                  <a:lnTo>
                    <a:pt x="1534" y="3360"/>
                  </a:lnTo>
                  <a:lnTo>
                    <a:pt x="1530" y="3413"/>
                  </a:lnTo>
                  <a:lnTo>
                    <a:pt x="1521" y="3464"/>
                  </a:lnTo>
                  <a:lnTo>
                    <a:pt x="1505" y="3512"/>
                  </a:lnTo>
                  <a:lnTo>
                    <a:pt x="1484" y="3555"/>
                  </a:lnTo>
                  <a:lnTo>
                    <a:pt x="1456" y="3595"/>
                  </a:lnTo>
                  <a:lnTo>
                    <a:pt x="1425" y="3633"/>
                  </a:lnTo>
                  <a:lnTo>
                    <a:pt x="1390" y="3669"/>
                  </a:lnTo>
                  <a:lnTo>
                    <a:pt x="1352" y="3703"/>
                  </a:lnTo>
                  <a:lnTo>
                    <a:pt x="1311" y="3736"/>
                  </a:lnTo>
                  <a:lnTo>
                    <a:pt x="1270" y="3769"/>
                  </a:lnTo>
                  <a:lnTo>
                    <a:pt x="1227" y="3800"/>
                  </a:lnTo>
                  <a:lnTo>
                    <a:pt x="1185" y="3833"/>
                  </a:lnTo>
                  <a:lnTo>
                    <a:pt x="1145" y="3864"/>
                  </a:lnTo>
                  <a:lnTo>
                    <a:pt x="1105" y="3898"/>
                  </a:lnTo>
                  <a:lnTo>
                    <a:pt x="1069" y="3933"/>
                  </a:lnTo>
                  <a:lnTo>
                    <a:pt x="1036" y="3969"/>
                  </a:lnTo>
                  <a:lnTo>
                    <a:pt x="1007" y="4008"/>
                  </a:lnTo>
                  <a:lnTo>
                    <a:pt x="980" y="4054"/>
                  </a:lnTo>
                  <a:lnTo>
                    <a:pt x="957" y="4103"/>
                  </a:lnTo>
                  <a:lnTo>
                    <a:pt x="938" y="4155"/>
                  </a:lnTo>
                  <a:lnTo>
                    <a:pt x="921" y="4209"/>
                  </a:lnTo>
                  <a:lnTo>
                    <a:pt x="906" y="4264"/>
                  </a:lnTo>
                  <a:lnTo>
                    <a:pt x="891" y="4320"/>
                  </a:lnTo>
                  <a:lnTo>
                    <a:pt x="0" y="43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0" name="Freeform 11" title="left scallop inline"/>
            <p:cNvSpPr/>
            <p:nvPr/>
          </p:nvSpPr>
          <p:spPr bwMode="auto">
            <a:xfrm>
              <a:off x="655786" y="0"/>
              <a:ext cx="1234679" cy="6858000"/>
            </a:xfrm>
            <a:custGeom>
              <a:avLst/>
              <a:gdLst/>
              <a:ahLst/>
              <a:cxnLst/>
              <a:rect l="0" t="0" r="r" b="b"/>
              <a:pathLst>
                <a:path w="1037" h="4320">
                  <a:moveTo>
                    <a:pt x="0" y="0"/>
                  </a:moveTo>
                  <a:lnTo>
                    <a:pt x="171" y="0"/>
                  </a:lnTo>
                  <a:lnTo>
                    <a:pt x="188" y="55"/>
                  </a:lnTo>
                  <a:lnTo>
                    <a:pt x="204" y="110"/>
                  </a:lnTo>
                  <a:lnTo>
                    <a:pt x="220" y="166"/>
                  </a:lnTo>
                  <a:lnTo>
                    <a:pt x="234" y="223"/>
                  </a:lnTo>
                  <a:lnTo>
                    <a:pt x="251" y="278"/>
                  </a:lnTo>
                  <a:lnTo>
                    <a:pt x="269" y="331"/>
                  </a:lnTo>
                  <a:lnTo>
                    <a:pt x="292" y="381"/>
                  </a:lnTo>
                  <a:lnTo>
                    <a:pt x="319" y="427"/>
                  </a:lnTo>
                  <a:lnTo>
                    <a:pt x="349" y="466"/>
                  </a:lnTo>
                  <a:lnTo>
                    <a:pt x="382" y="503"/>
                  </a:lnTo>
                  <a:lnTo>
                    <a:pt x="420" y="537"/>
                  </a:lnTo>
                  <a:lnTo>
                    <a:pt x="460" y="571"/>
                  </a:lnTo>
                  <a:lnTo>
                    <a:pt x="502" y="603"/>
                  </a:lnTo>
                  <a:lnTo>
                    <a:pt x="544" y="635"/>
                  </a:lnTo>
                  <a:lnTo>
                    <a:pt x="587" y="668"/>
                  </a:lnTo>
                  <a:lnTo>
                    <a:pt x="628" y="700"/>
                  </a:lnTo>
                  <a:lnTo>
                    <a:pt x="667" y="734"/>
                  </a:lnTo>
                  <a:lnTo>
                    <a:pt x="703" y="771"/>
                  </a:lnTo>
                  <a:lnTo>
                    <a:pt x="736" y="808"/>
                  </a:lnTo>
                  <a:lnTo>
                    <a:pt x="763" y="848"/>
                  </a:lnTo>
                  <a:lnTo>
                    <a:pt x="786" y="893"/>
                  </a:lnTo>
                  <a:lnTo>
                    <a:pt x="800" y="937"/>
                  </a:lnTo>
                  <a:lnTo>
                    <a:pt x="809" y="986"/>
                  </a:lnTo>
                  <a:lnTo>
                    <a:pt x="813" y="1034"/>
                  </a:lnTo>
                  <a:lnTo>
                    <a:pt x="812" y="1085"/>
                  </a:lnTo>
                  <a:lnTo>
                    <a:pt x="808" y="1136"/>
                  </a:lnTo>
                  <a:lnTo>
                    <a:pt x="803" y="1189"/>
                  </a:lnTo>
                  <a:lnTo>
                    <a:pt x="796" y="1242"/>
                  </a:lnTo>
                  <a:lnTo>
                    <a:pt x="788" y="1295"/>
                  </a:lnTo>
                  <a:lnTo>
                    <a:pt x="782" y="1348"/>
                  </a:lnTo>
                  <a:lnTo>
                    <a:pt x="778" y="1401"/>
                  </a:lnTo>
                  <a:lnTo>
                    <a:pt x="775" y="1452"/>
                  </a:lnTo>
                  <a:lnTo>
                    <a:pt x="778" y="1502"/>
                  </a:lnTo>
                  <a:lnTo>
                    <a:pt x="784" y="1551"/>
                  </a:lnTo>
                  <a:lnTo>
                    <a:pt x="797" y="1602"/>
                  </a:lnTo>
                  <a:lnTo>
                    <a:pt x="817" y="1652"/>
                  </a:lnTo>
                  <a:lnTo>
                    <a:pt x="841" y="1702"/>
                  </a:lnTo>
                  <a:lnTo>
                    <a:pt x="868" y="1752"/>
                  </a:lnTo>
                  <a:lnTo>
                    <a:pt x="896" y="1801"/>
                  </a:lnTo>
                  <a:lnTo>
                    <a:pt x="926" y="1851"/>
                  </a:lnTo>
                  <a:lnTo>
                    <a:pt x="953" y="1901"/>
                  </a:lnTo>
                  <a:lnTo>
                    <a:pt x="980" y="1952"/>
                  </a:lnTo>
                  <a:lnTo>
                    <a:pt x="1003" y="2003"/>
                  </a:lnTo>
                  <a:lnTo>
                    <a:pt x="1021" y="2054"/>
                  </a:lnTo>
                  <a:lnTo>
                    <a:pt x="1031" y="2106"/>
                  </a:lnTo>
                  <a:lnTo>
                    <a:pt x="1037" y="2160"/>
                  </a:lnTo>
                  <a:lnTo>
                    <a:pt x="1031" y="2214"/>
                  </a:lnTo>
                  <a:lnTo>
                    <a:pt x="1021" y="2266"/>
                  </a:lnTo>
                  <a:lnTo>
                    <a:pt x="1003" y="2317"/>
                  </a:lnTo>
                  <a:lnTo>
                    <a:pt x="980" y="2368"/>
                  </a:lnTo>
                  <a:lnTo>
                    <a:pt x="953" y="2419"/>
                  </a:lnTo>
                  <a:lnTo>
                    <a:pt x="926" y="2469"/>
                  </a:lnTo>
                  <a:lnTo>
                    <a:pt x="896" y="2519"/>
                  </a:lnTo>
                  <a:lnTo>
                    <a:pt x="868" y="2568"/>
                  </a:lnTo>
                  <a:lnTo>
                    <a:pt x="841" y="2618"/>
                  </a:lnTo>
                  <a:lnTo>
                    <a:pt x="817" y="2668"/>
                  </a:lnTo>
                  <a:lnTo>
                    <a:pt x="797" y="2718"/>
                  </a:lnTo>
                  <a:lnTo>
                    <a:pt x="784" y="2769"/>
                  </a:lnTo>
                  <a:lnTo>
                    <a:pt x="778" y="2818"/>
                  </a:lnTo>
                  <a:lnTo>
                    <a:pt x="775" y="2868"/>
                  </a:lnTo>
                  <a:lnTo>
                    <a:pt x="778" y="2919"/>
                  </a:lnTo>
                  <a:lnTo>
                    <a:pt x="782" y="2972"/>
                  </a:lnTo>
                  <a:lnTo>
                    <a:pt x="788" y="3025"/>
                  </a:lnTo>
                  <a:lnTo>
                    <a:pt x="796" y="3078"/>
                  </a:lnTo>
                  <a:lnTo>
                    <a:pt x="803" y="3131"/>
                  </a:lnTo>
                  <a:lnTo>
                    <a:pt x="808" y="3184"/>
                  </a:lnTo>
                  <a:lnTo>
                    <a:pt x="812" y="3235"/>
                  </a:lnTo>
                  <a:lnTo>
                    <a:pt x="813" y="3286"/>
                  </a:lnTo>
                  <a:lnTo>
                    <a:pt x="809" y="3334"/>
                  </a:lnTo>
                  <a:lnTo>
                    <a:pt x="800" y="3383"/>
                  </a:lnTo>
                  <a:lnTo>
                    <a:pt x="786" y="3427"/>
                  </a:lnTo>
                  <a:lnTo>
                    <a:pt x="763" y="3472"/>
                  </a:lnTo>
                  <a:lnTo>
                    <a:pt x="736" y="3512"/>
                  </a:lnTo>
                  <a:lnTo>
                    <a:pt x="703" y="3549"/>
                  </a:lnTo>
                  <a:lnTo>
                    <a:pt x="667" y="3586"/>
                  </a:lnTo>
                  <a:lnTo>
                    <a:pt x="628" y="3620"/>
                  </a:lnTo>
                  <a:lnTo>
                    <a:pt x="587" y="3652"/>
                  </a:lnTo>
                  <a:lnTo>
                    <a:pt x="544" y="3685"/>
                  </a:lnTo>
                  <a:lnTo>
                    <a:pt x="502" y="3717"/>
                  </a:lnTo>
                  <a:lnTo>
                    <a:pt x="460" y="3749"/>
                  </a:lnTo>
                  <a:lnTo>
                    <a:pt x="420" y="3783"/>
                  </a:lnTo>
                  <a:lnTo>
                    <a:pt x="382" y="3817"/>
                  </a:lnTo>
                  <a:lnTo>
                    <a:pt x="349" y="3854"/>
                  </a:lnTo>
                  <a:lnTo>
                    <a:pt x="319" y="3893"/>
                  </a:lnTo>
                  <a:lnTo>
                    <a:pt x="292" y="3939"/>
                  </a:lnTo>
                  <a:lnTo>
                    <a:pt x="269" y="3989"/>
                  </a:lnTo>
                  <a:lnTo>
                    <a:pt x="251" y="4042"/>
                  </a:lnTo>
                  <a:lnTo>
                    <a:pt x="234" y="4097"/>
                  </a:lnTo>
                  <a:lnTo>
                    <a:pt x="220" y="4154"/>
                  </a:lnTo>
                  <a:lnTo>
                    <a:pt x="204" y="4210"/>
                  </a:lnTo>
                  <a:lnTo>
                    <a:pt x="188" y="4265"/>
                  </a:lnTo>
                  <a:lnTo>
                    <a:pt x="171" y="4320"/>
                  </a:lnTo>
                  <a:lnTo>
                    <a:pt x="0" y="4320"/>
                  </a:lnTo>
                  <a:lnTo>
                    <a:pt x="17" y="4278"/>
                  </a:lnTo>
                  <a:lnTo>
                    <a:pt x="33" y="4232"/>
                  </a:lnTo>
                  <a:lnTo>
                    <a:pt x="46" y="4183"/>
                  </a:lnTo>
                  <a:lnTo>
                    <a:pt x="60" y="4131"/>
                  </a:lnTo>
                  <a:lnTo>
                    <a:pt x="75" y="4075"/>
                  </a:lnTo>
                  <a:lnTo>
                    <a:pt x="90" y="4019"/>
                  </a:lnTo>
                  <a:lnTo>
                    <a:pt x="109" y="3964"/>
                  </a:lnTo>
                  <a:lnTo>
                    <a:pt x="129" y="3909"/>
                  </a:lnTo>
                  <a:lnTo>
                    <a:pt x="156" y="3855"/>
                  </a:lnTo>
                  <a:lnTo>
                    <a:pt x="186" y="3804"/>
                  </a:lnTo>
                  <a:lnTo>
                    <a:pt x="222" y="3756"/>
                  </a:lnTo>
                  <a:lnTo>
                    <a:pt x="261" y="3713"/>
                  </a:lnTo>
                  <a:lnTo>
                    <a:pt x="303" y="3672"/>
                  </a:lnTo>
                  <a:lnTo>
                    <a:pt x="348" y="3634"/>
                  </a:lnTo>
                  <a:lnTo>
                    <a:pt x="392" y="3599"/>
                  </a:lnTo>
                  <a:lnTo>
                    <a:pt x="438" y="3565"/>
                  </a:lnTo>
                  <a:lnTo>
                    <a:pt x="482" y="3531"/>
                  </a:lnTo>
                  <a:lnTo>
                    <a:pt x="523" y="3499"/>
                  </a:lnTo>
                  <a:lnTo>
                    <a:pt x="561" y="3466"/>
                  </a:lnTo>
                  <a:lnTo>
                    <a:pt x="594" y="3434"/>
                  </a:lnTo>
                  <a:lnTo>
                    <a:pt x="620" y="3400"/>
                  </a:lnTo>
                  <a:lnTo>
                    <a:pt x="638" y="3367"/>
                  </a:lnTo>
                  <a:lnTo>
                    <a:pt x="647" y="3336"/>
                  </a:lnTo>
                  <a:lnTo>
                    <a:pt x="652" y="3302"/>
                  </a:lnTo>
                  <a:lnTo>
                    <a:pt x="654" y="3265"/>
                  </a:lnTo>
                  <a:lnTo>
                    <a:pt x="651" y="3224"/>
                  </a:lnTo>
                  <a:lnTo>
                    <a:pt x="647" y="3181"/>
                  </a:lnTo>
                  <a:lnTo>
                    <a:pt x="642" y="3137"/>
                  </a:lnTo>
                  <a:lnTo>
                    <a:pt x="637" y="3091"/>
                  </a:lnTo>
                  <a:lnTo>
                    <a:pt x="626" y="3021"/>
                  </a:lnTo>
                  <a:lnTo>
                    <a:pt x="620" y="2952"/>
                  </a:lnTo>
                  <a:lnTo>
                    <a:pt x="616" y="2881"/>
                  </a:lnTo>
                  <a:lnTo>
                    <a:pt x="618" y="2809"/>
                  </a:lnTo>
                  <a:lnTo>
                    <a:pt x="628" y="2737"/>
                  </a:lnTo>
                  <a:lnTo>
                    <a:pt x="642" y="2681"/>
                  </a:lnTo>
                  <a:lnTo>
                    <a:pt x="661" y="2626"/>
                  </a:lnTo>
                  <a:lnTo>
                    <a:pt x="685" y="2574"/>
                  </a:lnTo>
                  <a:lnTo>
                    <a:pt x="711" y="2521"/>
                  </a:lnTo>
                  <a:lnTo>
                    <a:pt x="739" y="2472"/>
                  </a:lnTo>
                  <a:lnTo>
                    <a:pt x="767" y="2423"/>
                  </a:lnTo>
                  <a:lnTo>
                    <a:pt x="791" y="2381"/>
                  </a:lnTo>
                  <a:lnTo>
                    <a:pt x="813" y="2342"/>
                  </a:lnTo>
                  <a:lnTo>
                    <a:pt x="834" y="2303"/>
                  </a:lnTo>
                  <a:lnTo>
                    <a:pt x="851" y="2265"/>
                  </a:lnTo>
                  <a:lnTo>
                    <a:pt x="864" y="2228"/>
                  </a:lnTo>
                  <a:lnTo>
                    <a:pt x="873" y="2194"/>
                  </a:lnTo>
                  <a:lnTo>
                    <a:pt x="876" y="2160"/>
                  </a:lnTo>
                  <a:lnTo>
                    <a:pt x="873" y="2126"/>
                  </a:lnTo>
                  <a:lnTo>
                    <a:pt x="864" y="2092"/>
                  </a:lnTo>
                  <a:lnTo>
                    <a:pt x="851" y="2055"/>
                  </a:lnTo>
                  <a:lnTo>
                    <a:pt x="834" y="2017"/>
                  </a:lnTo>
                  <a:lnTo>
                    <a:pt x="813" y="1978"/>
                  </a:lnTo>
                  <a:lnTo>
                    <a:pt x="791" y="1939"/>
                  </a:lnTo>
                  <a:lnTo>
                    <a:pt x="767" y="1897"/>
                  </a:lnTo>
                  <a:lnTo>
                    <a:pt x="739" y="1848"/>
                  </a:lnTo>
                  <a:lnTo>
                    <a:pt x="711" y="1799"/>
                  </a:lnTo>
                  <a:lnTo>
                    <a:pt x="685" y="1746"/>
                  </a:lnTo>
                  <a:lnTo>
                    <a:pt x="661" y="1694"/>
                  </a:lnTo>
                  <a:lnTo>
                    <a:pt x="642" y="1639"/>
                  </a:lnTo>
                  <a:lnTo>
                    <a:pt x="628" y="1583"/>
                  </a:lnTo>
                  <a:lnTo>
                    <a:pt x="618" y="1511"/>
                  </a:lnTo>
                  <a:lnTo>
                    <a:pt x="616" y="1439"/>
                  </a:lnTo>
                  <a:lnTo>
                    <a:pt x="620" y="1368"/>
                  </a:lnTo>
                  <a:lnTo>
                    <a:pt x="626" y="1299"/>
                  </a:lnTo>
                  <a:lnTo>
                    <a:pt x="637" y="1229"/>
                  </a:lnTo>
                  <a:lnTo>
                    <a:pt x="642" y="1183"/>
                  </a:lnTo>
                  <a:lnTo>
                    <a:pt x="647" y="1139"/>
                  </a:lnTo>
                  <a:lnTo>
                    <a:pt x="651" y="1096"/>
                  </a:lnTo>
                  <a:lnTo>
                    <a:pt x="654" y="1055"/>
                  </a:lnTo>
                  <a:lnTo>
                    <a:pt x="652" y="1018"/>
                  </a:lnTo>
                  <a:lnTo>
                    <a:pt x="647" y="984"/>
                  </a:lnTo>
                  <a:lnTo>
                    <a:pt x="638" y="953"/>
                  </a:lnTo>
                  <a:lnTo>
                    <a:pt x="620" y="920"/>
                  </a:lnTo>
                  <a:lnTo>
                    <a:pt x="594" y="886"/>
                  </a:lnTo>
                  <a:lnTo>
                    <a:pt x="561" y="854"/>
                  </a:lnTo>
                  <a:lnTo>
                    <a:pt x="523" y="822"/>
                  </a:lnTo>
                  <a:lnTo>
                    <a:pt x="482" y="789"/>
                  </a:lnTo>
                  <a:lnTo>
                    <a:pt x="438" y="755"/>
                  </a:lnTo>
                  <a:lnTo>
                    <a:pt x="392" y="721"/>
                  </a:lnTo>
                  <a:lnTo>
                    <a:pt x="348" y="686"/>
                  </a:lnTo>
                  <a:lnTo>
                    <a:pt x="303" y="648"/>
                  </a:lnTo>
                  <a:lnTo>
                    <a:pt x="261" y="607"/>
                  </a:lnTo>
                  <a:lnTo>
                    <a:pt x="222" y="564"/>
                  </a:lnTo>
                  <a:lnTo>
                    <a:pt x="186" y="516"/>
                  </a:lnTo>
                  <a:lnTo>
                    <a:pt x="156" y="465"/>
                  </a:lnTo>
                  <a:lnTo>
                    <a:pt x="129" y="411"/>
                  </a:lnTo>
                  <a:lnTo>
                    <a:pt x="109" y="356"/>
                  </a:lnTo>
                  <a:lnTo>
                    <a:pt x="90" y="301"/>
                  </a:lnTo>
                  <a:lnTo>
                    <a:pt x="75" y="245"/>
                  </a:lnTo>
                  <a:lnTo>
                    <a:pt x="60" y="189"/>
                  </a:lnTo>
                  <a:lnTo>
                    <a:pt x="46" y="137"/>
                  </a:lnTo>
                  <a:lnTo>
                    <a:pt x="33" y="88"/>
                  </a:lnTo>
                  <a:lnTo>
                    <a:pt x="17" y="4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  <p:extLst>
      <p:ext uri="{BB962C8B-B14F-4D97-AF65-F5344CB8AC3E}">
        <p14:creationId xmlns:p14="http://schemas.microsoft.com/office/powerpoint/2010/main" val="243964561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42975" y="2286000"/>
            <a:ext cx="3593592" cy="36195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85846" y="2286000"/>
            <a:ext cx="3593592" cy="36195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513994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2975" y="381001"/>
            <a:ext cx="7629525" cy="1493517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41832" y="2199634"/>
            <a:ext cx="3611880" cy="632529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1800" b="1" cap="all" spc="150" baseline="0">
                <a:solidFill>
                  <a:schemeClr val="tx2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41832" y="2909102"/>
            <a:ext cx="3611880" cy="299639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975398" y="2199634"/>
            <a:ext cx="3611880" cy="632529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1800" b="1" cap="all" spc="150" baseline="0">
                <a:solidFill>
                  <a:schemeClr val="tx2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975398" y="2909102"/>
            <a:ext cx="3611880" cy="299639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701866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71245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97436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 11" title="right scallop background shape"/>
          <p:cNvSpPr/>
          <p:nvPr/>
        </p:nvSpPr>
        <p:spPr bwMode="auto">
          <a:xfrm>
            <a:off x="5542359" y="0"/>
            <a:ext cx="3601641" cy="6858000"/>
          </a:xfrm>
          <a:custGeom>
            <a:avLst/>
            <a:gdLst/>
            <a:ahLst/>
            <a:cxnLst/>
            <a:rect l="0" t="0" r="r" b="b"/>
            <a:pathLst>
              <a:path w="3025" h="4320">
                <a:moveTo>
                  <a:pt x="0" y="0"/>
                </a:moveTo>
                <a:lnTo>
                  <a:pt x="3025" y="0"/>
                </a:lnTo>
                <a:lnTo>
                  <a:pt x="3025" y="4320"/>
                </a:lnTo>
                <a:lnTo>
                  <a:pt x="0" y="4320"/>
                </a:lnTo>
                <a:lnTo>
                  <a:pt x="3" y="4278"/>
                </a:lnTo>
                <a:lnTo>
                  <a:pt x="8" y="4243"/>
                </a:lnTo>
                <a:lnTo>
                  <a:pt x="14" y="4210"/>
                </a:lnTo>
                <a:lnTo>
                  <a:pt x="24" y="4183"/>
                </a:lnTo>
                <a:lnTo>
                  <a:pt x="34" y="4156"/>
                </a:lnTo>
                <a:lnTo>
                  <a:pt x="46" y="4133"/>
                </a:lnTo>
                <a:lnTo>
                  <a:pt x="58" y="4109"/>
                </a:lnTo>
                <a:lnTo>
                  <a:pt x="69" y="4087"/>
                </a:lnTo>
                <a:lnTo>
                  <a:pt x="80" y="4062"/>
                </a:lnTo>
                <a:lnTo>
                  <a:pt x="90" y="4036"/>
                </a:lnTo>
                <a:lnTo>
                  <a:pt x="99" y="4007"/>
                </a:lnTo>
                <a:lnTo>
                  <a:pt x="106" y="3976"/>
                </a:lnTo>
                <a:lnTo>
                  <a:pt x="111" y="3938"/>
                </a:lnTo>
                <a:lnTo>
                  <a:pt x="113" y="3895"/>
                </a:lnTo>
                <a:lnTo>
                  <a:pt x="111" y="3851"/>
                </a:lnTo>
                <a:lnTo>
                  <a:pt x="106" y="3815"/>
                </a:lnTo>
                <a:lnTo>
                  <a:pt x="99" y="3782"/>
                </a:lnTo>
                <a:lnTo>
                  <a:pt x="90" y="3752"/>
                </a:lnTo>
                <a:lnTo>
                  <a:pt x="80" y="3726"/>
                </a:lnTo>
                <a:lnTo>
                  <a:pt x="68" y="3702"/>
                </a:lnTo>
                <a:lnTo>
                  <a:pt x="56" y="3679"/>
                </a:lnTo>
                <a:lnTo>
                  <a:pt x="44" y="3655"/>
                </a:lnTo>
                <a:lnTo>
                  <a:pt x="33" y="3630"/>
                </a:lnTo>
                <a:lnTo>
                  <a:pt x="22" y="3604"/>
                </a:lnTo>
                <a:lnTo>
                  <a:pt x="13" y="3575"/>
                </a:lnTo>
                <a:lnTo>
                  <a:pt x="7" y="3542"/>
                </a:lnTo>
                <a:lnTo>
                  <a:pt x="1" y="3504"/>
                </a:lnTo>
                <a:lnTo>
                  <a:pt x="0" y="3461"/>
                </a:lnTo>
                <a:lnTo>
                  <a:pt x="1" y="3418"/>
                </a:lnTo>
                <a:lnTo>
                  <a:pt x="7" y="3380"/>
                </a:lnTo>
                <a:lnTo>
                  <a:pt x="13" y="3347"/>
                </a:lnTo>
                <a:lnTo>
                  <a:pt x="22" y="3319"/>
                </a:lnTo>
                <a:lnTo>
                  <a:pt x="33" y="3292"/>
                </a:lnTo>
                <a:lnTo>
                  <a:pt x="44" y="3267"/>
                </a:lnTo>
                <a:lnTo>
                  <a:pt x="56" y="3244"/>
                </a:lnTo>
                <a:lnTo>
                  <a:pt x="68" y="3222"/>
                </a:lnTo>
                <a:lnTo>
                  <a:pt x="80" y="3197"/>
                </a:lnTo>
                <a:lnTo>
                  <a:pt x="90" y="3171"/>
                </a:lnTo>
                <a:lnTo>
                  <a:pt x="99" y="3142"/>
                </a:lnTo>
                <a:lnTo>
                  <a:pt x="106" y="3109"/>
                </a:lnTo>
                <a:lnTo>
                  <a:pt x="111" y="3071"/>
                </a:lnTo>
                <a:lnTo>
                  <a:pt x="113" y="3028"/>
                </a:lnTo>
                <a:lnTo>
                  <a:pt x="111" y="2985"/>
                </a:lnTo>
                <a:lnTo>
                  <a:pt x="106" y="2947"/>
                </a:lnTo>
                <a:lnTo>
                  <a:pt x="99" y="2914"/>
                </a:lnTo>
                <a:lnTo>
                  <a:pt x="90" y="2885"/>
                </a:lnTo>
                <a:lnTo>
                  <a:pt x="80" y="2858"/>
                </a:lnTo>
                <a:lnTo>
                  <a:pt x="68" y="2834"/>
                </a:lnTo>
                <a:lnTo>
                  <a:pt x="44" y="2787"/>
                </a:lnTo>
                <a:lnTo>
                  <a:pt x="33" y="2763"/>
                </a:lnTo>
                <a:lnTo>
                  <a:pt x="22" y="2736"/>
                </a:lnTo>
                <a:lnTo>
                  <a:pt x="13" y="2707"/>
                </a:lnTo>
                <a:lnTo>
                  <a:pt x="7" y="2674"/>
                </a:lnTo>
                <a:lnTo>
                  <a:pt x="1" y="2637"/>
                </a:lnTo>
                <a:lnTo>
                  <a:pt x="0" y="2593"/>
                </a:lnTo>
                <a:lnTo>
                  <a:pt x="1" y="2550"/>
                </a:lnTo>
                <a:lnTo>
                  <a:pt x="7" y="2512"/>
                </a:lnTo>
                <a:lnTo>
                  <a:pt x="13" y="2479"/>
                </a:lnTo>
                <a:lnTo>
                  <a:pt x="22" y="2451"/>
                </a:lnTo>
                <a:lnTo>
                  <a:pt x="33" y="2424"/>
                </a:lnTo>
                <a:lnTo>
                  <a:pt x="44" y="2401"/>
                </a:lnTo>
                <a:lnTo>
                  <a:pt x="68" y="2354"/>
                </a:lnTo>
                <a:lnTo>
                  <a:pt x="80" y="2329"/>
                </a:lnTo>
                <a:lnTo>
                  <a:pt x="90" y="2303"/>
                </a:lnTo>
                <a:lnTo>
                  <a:pt x="99" y="2274"/>
                </a:lnTo>
                <a:lnTo>
                  <a:pt x="106" y="2241"/>
                </a:lnTo>
                <a:lnTo>
                  <a:pt x="111" y="2203"/>
                </a:lnTo>
                <a:lnTo>
                  <a:pt x="113" y="2159"/>
                </a:lnTo>
                <a:lnTo>
                  <a:pt x="111" y="2117"/>
                </a:lnTo>
                <a:lnTo>
                  <a:pt x="106" y="2079"/>
                </a:lnTo>
                <a:lnTo>
                  <a:pt x="99" y="2046"/>
                </a:lnTo>
                <a:lnTo>
                  <a:pt x="90" y="2017"/>
                </a:lnTo>
                <a:lnTo>
                  <a:pt x="80" y="1991"/>
                </a:lnTo>
                <a:lnTo>
                  <a:pt x="68" y="1966"/>
                </a:lnTo>
                <a:lnTo>
                  <a:pt x="56" y="1943"/>
                </a:lnTo>
                <a:lnTo>
                  <a:pt x="44" y="1919"/>
                </a:lnTo>
                <a:lnTo>
                  <a:pt x="33" y="1896"/>
                </a:lnTo>
                <a:lnTo>
                  <a:pt x="22" y="1869"/>
                </a:lnTo>
                <a:lnTo>
                  <a:pt x="13" y="1841"/>
                </a:lnTo>
                <a:lnTo>
                  <a:pt x="7" y="1807"/>
                </a:lnTo>
                <a:lnTo>
                  <a:pt x="1" y="1770"/>
                </a:lnTo>
                <a:lnTo>
                  <a:pt x="0" y="1727"/>
                </a:lnTo>
                <a:lnTo>
                  <a:pt x="1" y="1683"/>
                </a:lnTo>
                <a:lnTo>
                  <a:pt x="7" y="1646"/>
                </a:lnTo>
                <a:lnTo>
                  <a:pt x="13" y="1613"/>
                </a:lnTo>
                <a:lnTo>
                  <a:pt x="22" y="1583"/>
                </a:lnTo>
                <a:lnTo>
                  <a:pt x="33" y="1557"/>
                </a:lnTo>
                <a:lnTo>
                  <a:pt x="44" y="1533"/>
                </a:lnTo>
                <a:lnTo>
                  <a:pt x="56" y="1509"/>
                </a:lnTo>
                <a:lnTo>
                  <a:pt x="68" y="1486"/>
                </a:lnTo>
                <a:lnTo>
                  <a:pt x="80" y="1461"/>
                </a:lnTo>
                <a:lnTo>
                  <a:pt x="90" y="1435"/>
                </a:lnTo>
                <a:lnTo>
                  <a:pt x="99" y="1406"/>
                </a:lnTo>
                <a:lnTo>
                  <a:pt x="106" y="1373"/>
                </a:lnTo>
                <a:lnTo>
                  <a:pt x="111" y="1335"/>
                </a:lnTo>
                <a:lnTo>
                  <a:pt x="113" y="1292"/>
                </a:lnTo>
                <a:lnTo>
                  <a:pt x="111" y="1249"/>
                </a:lnTo>
                <a:lnTo>
                  <a:pt x="106" y="1211"/>
                </a:lnTo>
                <a:lnTo>
                  <a:pt x="99" y="1178"/>
                </a:lnTo>
                <a:lnTo>
                  <a:pt x="90" y="1149"/>
                </a:lnTo>
                <a:lnTo>
                  <a:pt x="80" y="1123"/>
                </a:lnTo>
                <a:lnTo>
                  <a:pt x="68" y="1098"/>
                </a:lnTo>
                <a:lnTo>
                  <a:pt x="56" y="1076"/>
                </a:lnTo>
                <a:lnTo>
                  <a:pt x="44" y="1053"/>
                </a:lnTo>
                <a:lnTo>
                  <a:pt x="33" y="1028"/>
                </a:lnTo>
                <a:lnTo>
                  <a:pt x="22" y="1001"/>
                </a:lnTo>
                <a:lnTo>
                  <a:pt x="13" y="973"/>
                </a:lnTo>
                <a:lnTo>
                  <a:pt x="7" y="940"/>
                </a:lnTo>
                <a:lnTo>
                  <a:pt x="1" y="902"/>
                </a:lnTo>
                <a:lnTo>
                  <a:pt x="0" y="859"/>
                </a:lnTo>
                <a:lnTo>
                  <a:pt x="1" y="816"/>
                </a:lnTo>
                <a:lnTo>
                  <a:pt x="7" y="778"/>
                </a:lnTo>
                <a:lnTo>
                  <a:pt x="13" y="745"/>
                </a:lnTo>
                <a:lnTo>
                  <a:pt x="22" y="716"/>
                </a:lnTo>
                <a:lnTo>
                  <a:pt x="33" y="690"/>
                </a:lnTo>
                <a:lnTo>
                  <a:pt x="44" y="665"/>
                </a:lnTo>
                <a:lnTo>
                  <a:pt x="56" y="641"/>
                </a:lnTo>
                <a:lnTo>
                  <a:pt x="68" y="618"/>
                </a:lnTo>
                <a:lnTo>
                  <a:pt x="80" y="594"/>
                </a:lnTo>
                <a:lnTo>
                  <a:pt x="90" y="568"/>
                </a:lnTo>
                <a:lnTo>
                  <a:pt x="99" y="538"/>
                </a:lnTo>
                <a:lnTo>
                  <a:pt x="106" y="505"/>
                </a:lnTo>
                <a:lnTo>
                  <a:pt x="111" y="469"/>
                </a:lnTo>
                <a:lnTo>
                  <a:pt x="113" y="424"/>
                </a:lnTo>
                <a:lnTo>
                  <a:pt x="111" y="382"/>
                </a:lnTo>
                <a:lnTo>
                  <a:pt x="106" y="344"/>
                </a:lnTo>
                <a:lnTo>
                  <a:pt x="99" y="313"/>
                </a:lnTo>
                <a:lnTo>
                  <a:pt x="90" y="284"/>
                </a:lnTo>
                <a:lnTo>
                  <a:pt x="80" y="258"/>
                </a:lnTo>
                <a:lnTo>
                  <a:pt x="69" y="233"/>
                </a:lnTo>
                <a:lnTo>
                  <a:pt x="58" y="211"/>
                </a:lnTo>
                <a:lnTo>
                  <a:pt x="46" y="187"/>
                </a:lnTo>
                <a:lnTo>
                  <a:pt x="34" y="164"/>
                </a:lnTo>
                <a:lnTo>
                  <a:pt x="24" y="137"/>
                </a:lnTo>
                <a:lnTo>
                  <a:pt x="14" y="110"/>
                </a:lnTo>
                <a:lnTo>
                  <a:pt x="8" y="77"/>
                </a:lnTo>
                <a:lnTo>
                  <a:pt x="3" y="42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53414" y="457200"/>
            <a:ext cx="2319086" cy="1196671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1800" b="1" i="0" cap="all" spc="225" baseline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3788" y="920377"/>
            <a:ext cx="4618814" cy="4985124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53414" y="1741336"/>
            <a:ext cx="2319086" cy="4164164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1200"/>
              </a:spcBef>
              <a:buNone/>
              <a:defRPr sz="1400" baseline="0">
                <a:solidFill>
                  <a:schemeClr val="bg2"/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73789" y="6375679"/>
            <a:ext cx="925016" cy="348462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577716" y="6375679"/>
            <a:ext cx="2611634" cy="345796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268261" y="6375679"/>
            <a:ext cx="924342" cy="345796"/>
          </a:xfrm>
        </p:spPr>
        <p:txBody>
          <a:bodyPr/>
          <a:lstStyle/>
          <a:p>
            <a:fld id="{C1FF6DA9-008F-8B48-92A6-B652298478BF}" type="slidenum">
              <a:rPr lang="en-US" smtClean="0"/>
              <a:t>‹№›</a:t>
            </a:fld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21259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 title="left edge border"/>
          <p:cNvSpPr/>
          <p:nvPr/>
        </p:nvSpPr>
        <p:spPr>
          <a:xfrm>
            <a:off x="0" y="0"/>
            <a:ext cx="21259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0613821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96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12598" y="1"/>
            <a:ext cx="5516689" cy="685799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11" name="Freeform 11" title="right scallop background shape"/>
          <p:cNvSpPr/>
          <p:nvPr/>
        </p:nvSpPr>
        <p:spPr bwMode="auto">
          <a:xfrm>
            <a:off x="5542359" y="0"/>
            <a:ext cx="3601641" cy="6858000"/>
          </a:xfrm>
          <a:custGeom>
            <a:avLst/>
            <a:gdLst/>
            <a:ahLst/>
            <a:cxnLst/>
            <a:rect l="0" t="0" r="r" b="b"/>
            <a:pathLst>
              <a:path w="3025" h="4320">
                <a:moveTo>
                  <a:pt x="0" y="0"/>
                </a:moveTo>
                <a:lnTo>
                  <a:pt x="3025" y="0"/>
                </a:lnTo>
                <a:lnTo>
                  <a:pt x="3025" y="4320"/>
                </a:lnTo>
                <a:lnTo>
                  <a:pt x="0" y="4320"/>
                </a:lnTo>
                <a:lnTo>
                  <a:pt x="3" y="4278"/>
                </a:lnTo>
                <a:lnTo>
                  <a:pt x="8" y="4243"/>
                </a:lnTo>
                <a:lnTo>
                  <a:pt x="14" y="4210"/>
                </a:lnTo>
                <a:lnTo>
                  <a:pt x="24" y="4183"/>
                </a:lnTo>
                <a:lnTo>
                  <a:pt x="34" y="4156"/>
                </a:lnTo>
                <a:lnTo>
                  <a:pt x="46" y="4133"/>
                </a:lnTo>
                <a:lnTo>
                  <a:pt x="58" y="4109"/>
                </a:lnTo>
                <a:lnTo>
                  <a:pt x="69" y="4087"/>
                </a:lnTo>
                <a:lnTo>
                  <a:pt x="80" y="4062"/>
                </a:lnTo>
                <a:lnTo>
                  <a:pt x="90" y="4036"/>
                </a:lnTo>
                <a:lnTo>
                  <a:pt x="99" y="4007"/>
                </a:lnTo>
                <a:lnTo>
                  <a:pt x="106" y="3976"/>
                </a:lnTo>
                <a:lnTo>
                  <a:pt x="111" y="3938"/>
                </a:lnTo>
                <a:lnTo>
                  <a:pt x="113" y="3895"/>
                </a:lnTo>
                <a:lnTo>
                  <a:pt x="111" y="3851"/>
                </a:lnTo>
                <a:lnTo>
                  <a:pt x="106" y="3815"/>
                </a:lnTo>
                <a:lnTo>
                  <a:pt x="99" y="3782"/>
                </a:lnTo>
                <a:lnTo>
                  <a:pt x="90" y="3752"/>
                </a:lnTo>
                <a:lnTo>
                  <a:pt x="80" y="3726"/>
                </a:lnTo>
                <a:lnTo>
                  <a:pt x="68" y="3702"/>
                </a:lnTo>
                <a:lnTo>
                  <a:pt x="56" y="3679"/>
                </a:lnTo>
                <a:lnTo>
                  <a:pt x="44" y="3655"/>
                </a:lnTo>
                <a:lnTo>
                  <a:pt x="33" y="3630"/>
                </a:lnTo>
                <a:lnTo>
                  <a:pt x="22" y="3604"/>
                </a:lnTo>
                <a:lnTo>
                  <a:pt x="13" y="3575"/>
                </a:lnTo>
                <a:lnTo>
                  <a:pt x="7" y="3542"/>
                </a:lnTo>
                <a:lnTo>
                  <a:pt x="1" y="3504"/>
                </a:lnTo>
                <a:lnTo>
                  <a:pt x="0" y="3461"/>
                </a:lnTo>
                <a:lnTo>
                  <a:pt x="1" y="3418"/>
                </a:lnTo>
                <a:lnTo>
                  <a:pt x="7" y="3380"/>
                </a:lnTo>
                <a:lnTo>
                  <a:pt x="13" y="3347"/>
                </a:lnTo>
                <a:lnTo>
                  <a:pt x="22" y="3319"/>
                </a:lnTo>
                <a:lnTo>
                  <a:pt x="33" y="3292"/>
                </a:lnTo>
                <a:lnTo>
                  <a:pt x="44" y="3267"/>
                </a:lnTo>
                <a:lnTo>
                  <a:pt x="56" y="3244"/>
                </a:lnTo>
                <a:lnTo>
                  <a:pt x="68" y="3222"/>
                </a:lnTo>
                <a:lnTo>
                  <a:pt x="80" y="3197"/>
                </a:lnTo>
                <a:lnTo>
                  <a:pt x="90" y="3171"/>
                </a:lnTo>
                <a:lnTo>
                  <a:pt x="99" y="3142"/>
                </a:lnTo>
                <a:lnTo>
                  <a:pt x="106" y="3109"/>
                </a:lnTo>
                <a:lnTo>
                  <a:pt x="111" y="3071"/>
                </a:lnTo>
                <a:lnTo>
                  <a:pt x="113" y="3028"/>
                </a:lnTo>
                <a:lnTo>
                  <a:pt x="111" y="2985"/>
                </a:lnTo>
                <a:lnTo>
                  <a:pt x="106" y="2947"/>
                </a:lnTo>
                <a:lnTo>
                  <a:pt x="99" y="2914"/>
                </a:lnTo>
                <a:lnTo>
                  <a:pt x="90" y="2885"/>
                </a:lnTo>
                <a:lnTo>
                  <a:pt x="80" y="2858"/>
                </a:lnTo>
                <a:lnTo>
                  <a:pt x="68" y="2834"/>
                </a:lnTo>
                <a:lnTo>
                  <a:pt x="44" y="2787"/>
                </a:lnTo>
                <a:lnTo>
                  <a:pt x="33" y="2763"/>
                </a:lnTo>
                <a:lnTo>
                  <a:pt x="22" y="2736"/>
                </a:lnTo>
                <a:lnTo>
                  <a:pt x="13" y="2707"/>
                </a:lnTo>
                <a:lnTo>
                  <a:pt x="7" y="2674"/>
                </a:lnTo>
                <a:lnTo>
                  <a:pt x="1" y="2637"/>
                </a:lnTo>
                <a:lnTo>
                  <a:pt x="0" y="2593"/>
                </a:lnTo>
                <a:lnTo>
                  <a:pt x="1" y="2550"/>
                </a:lnTo>
                <a:lnTo>
                  <a:pt x="7" y="2512"/>
                </a:lnTo>
                <a:lnTo>
                  <a:pt x="13" y="2479"/>
                </a:lnTo>
                <a:lnTo>
                  <a:pt x="22" y="2451"/>
                </a:lnTo>
                <a:lnTo>
                  <a:pt x="33" y="2424"/>
                </a:lnTo>
                <a:lnTo>
                  <a:pt x="44" y="2401"/>
                </a:lnTo>
                <a:lnTo>
                  <a:pt x="68" y="2354"/>
                </a:lnTo>
                <a:lnTo>
                  <a:pt x="80" y="2329"/>
                </a:lnTo>
                <a:lnTo>
                  <a:pt x="90" y="2303"/>
                </a:lnTo>
                <a:lnTo>
                  <a:pt x="99" y="2274"/>
                </a:lnTo>
                <a:lnTo>
                  <a:pt x="106" y="2241"/>
                </a:lnTo>
                <a:lnTo>
                  <a:pt x="111" y="2203"/>
                </a:lnTo>
                <a:lnTo>
                  <a:pt x="113" y="2159"/>
                </a:lnTo>
                <a:lnTo>
                  <a:pt x="111" y="2117"/>
                </a:lnTo>
                <a:lnTo>
                  <a:pt x="106" y="2079"/>
                </a:lnTo>
                <a:lnTo>
                  <a:pt x="99" y="2046"/>
                </a:lnTo>
                <a:lnTo>
                  <a:pt x="90" y="2017"/>
                </a:lnTo>
                <a:lnTo>
                  <a:pt x="80" y="1991"/>
                </a:lnTo>
                <a:lnTo>
                  <a:pt x="68" y="1966"/>
                </a:lnTo>
                <a:lnTo>
                  <a:pt x="56" y="1943"/>
                </a:lnTo>
                <a:lnTo>
                  <a:pt x="44" y="1919"/>
                </a:lnTo>
                <a:lnTo>
                  <a:pt x="33" y="1896"/>
                </a:lnTo>
                <a:lnTo>
                  <a:pt x="22" y="1869"/>
                </a:lnTo>
                <a:lnTo>
                  <a:pt x="13" y="1841"/>
                </a:lnTo>
                <a:lnTo>
                  <a:pt x="7" y="1807"/>
                </a:lnTo>
                <a:lnTo>
                  <a:pt x="1" y="1770"/>
                </a:lnTo>
                <a:lnTo>
                  <a:pt x="0" y="1727"/>
                </a:lnTo>
                <a:lnTo>
                  <a:pt x="1" y="1683"/>
                </a:lnTo>
                <a:lnTo>
                  <a:pt x="7" y="1646"/>
                </a:lnTo>
                <a:lnTo>
                  <a:pt x="13" y="1613"/>
                </a:lnTo>
                <a:lnTo>
                  <a:pt x="22" y="1583"/>
                </a:lnTo>
                <a:lnTo>
                  <a:pt x="33" y="1557"/>
                </a:lnTo>
                <a:lnTo>
                  <a:pt x="44" y="1533"/>
                </a:lnTo>
                <a:lnTo>
                  <a:pt x="56" y="1509"/>
                </a:lnTo>
                <a:lnTo>
                  <a:pt x="68" y="1486"/>
                </a:lnTo>
                <a:lnTo>
                  <a:pt x="80" y="1461"/>
                </a:lnTo>
                <a:lnTo>
                  <a:pt x="90" y="1435"/>
                </a:lnTo>
                <a:lnTo>
                  <a:pt x="99" y="1406"/>
                </a:lnTo>
                <a:lnTo>
                  <a:pt x="106" y="1373"/>
                </a:lnTo>
                <a:lnTo>
                  <a:pt x="111" y="1335"/>
                </a:lnTo>
                <a:lnTo>
                  <a:pt x="113" y="1292"/>
                </a:lnTo>
                <a:lnTo>
                  <a:pt x="111" y="1249"/>
                </a:lnTo>
                <a:lnTo>
                  <a:pt x="106" y="1211"/>
                </a:lnTo>
                <a:lnTo>
                  <a:pt x="99" y="1178"/>
                </a:lnTo>
                <a:lnTo>
                  <a:pt x="90" y="1149"/>
                </a:lnTo>
                <a:lnTo>
                  <a:pt x="80" y="1123"/>
                </a:lnTo>
                <a:lnTo>
                  <a:pt x="68" y="1098"/>
                </a:lnTo>
                <a:lnTo>
                  <a:pt x="56" y="1076"/>
                </a:lnTo>
                <a:lnTo>
                  <a:pt x="44" y="1053"/>
                </a:lnTo>
                <a:lnTo>
                  <a:pt x="33" y="1028"/>
                </a:lnTo>
                <a:lnTo>
                  <a:pt x="22" y="1001"/>
                </a:lnTo>
                <a:lnTo>
                  <a:pt x="13" y="973"/>
                </a:lnTo>
                <a:lnTo>
                  <a:pt x="7" y="940"/>
                </a:lnTo>
                <a:lnTo>
                  <a:pt x="1" y="902"/>
                </a:lnTo>
                <a:lnTo>
                  <a:pt x="0" y="859"/>
                </a:lnTo>
                <a:lnTo>
                  <a:pt x="1" y="816"/>
                </a:lnTo>
                <a:lnTo>
                  <a:pt x="7" y="778"/>
                </a:lnTo>
                <a:lnTo>
                  <a:pt x="13" y="745"/>
                </a:lnTo>
                <a:lnTo>
                  <a:pt x="22" y="716"/>
                </a:lnTo>
                <a:lnTo>
                  <a:pt x="33" y="690"/>
                </a:lnTo>
                <a:lnTo>
                  <a:pt x="44" y="665"/>
                </a:lnTo>
                <a:lnTo>
                  <a:pt x="56" y="641"/>
                </a:lnTo>
                <a:lnTo>
                  <a:pt x="68" y="618"/>
                </a:lnTo>
                <a:lnTo>
                  <a:pt x="80" y="594"/>
                </a:lnTo>
                <a:lnTo>
                  <a:pt x="90" y="568"/>
                </a:lnTo>
                <a:lnTo>
                  <a:pt x="99" y="538"/>
                </a:lnTo>
                <a:lnTo>
                  <a:pt x="106" y="505"/>
                </a:lnTo>
                <a:lnTo>
                  <a:pt x="111" y="469"/>
                </a:lnTo>
                <a:lnTo>
                  <a:pt x="113" y="424"/>
                </a:lnTo>
                <a:lnTo>
                  <a:pt x="111" y="382"/>
                </a:lnTo>
                <a:lnTo>
                  <a:pt x="106" y="344"/>
                </a:lnTo>
                <a:lnTo>
                  <a:pt x="99" y="313"/>
                </a:lnTo>
                <a:lnTo>
                  <a:pt x="90" y="284"/>
                </a:lnTo>
                <a:lnTo>
                  <a:pt x="80" y="258"/>
                </a:lnTo>
                <a:lnTo>
                  <a:pt x="69" y="233"/>
                </a:lnTo>
                <a:lnTo>
                  <a:pt x="58" y="211"/>
                </a:lnTo>
                <a:lnTo>
                  <a:pt x="46" y="187"/>
                </a:lnTo>
                <a:lnTo>
                  <a:pt x="34" y="164"/>
                </a:lnTo>
                <a:lnTo>
                  <a:pt x="24" y="137"/>
                </a:lnTo>
                <a:lnTo>
                  <a:pt x="14" y="110"/>
                </a:lnTo>
                <a:lnTo>
                  <a:pt x="8" y="77"/>
                </a:lnTo>
                <a:lnTo>
                  <a:pt x="3" y="42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12" name="Rectangle 11"/>
          <p:cNvSpPr/>
          <p:nvPr/>
        </p:nvSpPr>
        <p:spPr>
          <a:xfrm>
            <a:off x="0" y="0"/>
            <a:ext cx="21259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53413" y="457200"/>
            <a:ext cx="2319088" cy="1196670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1800" b="1" i="0" spc="225" baseline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53413" y="1741336"/>
            <a:ext cx="2319088" cy="4164164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1200"/>
              </a:spcBef>
              <a:buNone/>
              <a:defRPr sz="1400" baseline="0">
                <a:solidFill>
                  <a:schemeClr val="bg2"/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74463" y="6375679"/>
            <a:ext cx="924342" cy="348462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577716" y="6375679"/>
            <a:ext cx="2611634" cy="345796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256153" y="6375679"/>
            <a:ext cx="947460" cy="345796"/>
          </a:xfrm>
        </p:spPr>
        <p:txBody>
          <a:bodyPr/>
          <a:lstStyle/>
          <a:p>
            <a:fld id="{C1FF6DA9-008F-8B48-92A6-B652298478BF}" type="slidenum">
              <a:rPr lang="en-US" smtClean="0"/>
              <a:t>‹№›</a:t>
            </a:fld>
            <a:endParaRPr lang="en-US"/>
          </a:p>
        </p:txBody>
      </p:sp>
      <p:sp>
        <p:nvSpPr>
          <p:cNvPr id="13" name="Rectangle 12" title="left edge border"/>
          <p:cNvSpPr/>
          <p:nvPr/>
        </p:nvSpPr>
        <p:spPr>
          <a:xfrm>
            <a:off x="0" y="0"/>
            <a:ext cx="21259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3328491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16176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96911" y="382386"/>
            <a:ext cx="1771930" cy="5600404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42974" y="382386"/>
            <a:ext cx="5809517" cy="5600404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47530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38758" y="382385"/>
            <a:ext cx="7633742" cy="149213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38758" y="2286002"/>
            <a:ext cx="7633742" cy="35935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38758" y="6375679"/>
            <a:ext cx="1747292" cy="3484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75679"/>
            <a:ext cx="3086100" cy="345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1" y="6375679"/>
            <a:ext cx="2114549" cy="345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‹№›</a:t>
            </a:fld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8931402" y="0"/>
            <a:ext cx="21259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 title="right edge border"/>
          <p:cNvSpPr/>
          <p:nvPr/>
        </p:nvSpPr>
        <p:spPr>
          <a:xfrm>
            <a:off x="8931402" y="0"/>
            <a:ext cx="21259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4" name="Freeform 5"/>
          <p:cNvSpPr/>
          <p:nvPr/>
        </p:nvSpPr>
        <p:spPr bwMode="auto">
          <a:xfrm>
            <a:off x="1" y="0"/>
            <a:ext cx="679090" cy="6858000"/>
          </a:xfrm>
          <a:custGeom>
            <a:avLst/>
            <a:gdLst/>
            <a:ahLst/>
            <a:cxnLst/>
            <a:rect l="0" t="0" r="r" b="b"/>
            <a:pathLst>
              <a:path w="211" h="2160">
                <a:moveTo>
                  <a:pt x="155" y="1728"/>
                </a:moveTo>
                <a:cubicBezTo>
                  <a:pt x="155" y="1620"/>
                  <a:pt x="211" y="1620"/>
                  <a:pt x="211" y="1512"/>
                </a:cubicBezTo>
                <a:cubicBezTo>
                  <a:pt x="211" y="1404"/>
                  <a:pt x="155" y="1404"/>
                  <a:pt x="155" y="1296"/>
                </a:cubicBezTo>
                <a:cubicBezTo>
                  <a:pt x="155" y="1188"/>
                  <a:pt x="211" y="1188"/>
                  <a:pt x="211" y="1080"/>
                </a:cubicBezTo>
                <a:cubicBezTo>
                  <a:pt x="211" y="972"/>
                  <a:pt x="155" y="972"/>
                  <a:pt x="155" y="864"/>
                </a:cubicBezTo>
                <a:cubicBezTo>
                  <a:pt x="155" y="756"/>
                  <a:pt x="211" y="756"/>
                  <a:pt x="211" y="648"/>
                </a:cubicBezTo>
                <a:cubicBezTo>
                  <a:pt x="211" y="540"/>
                  <a:pt x="155" y="540"/>
                  <a:pt x="155" y="432"/>
                </a:cubicBezTo>
                <a:cubicBezTo>
                  <a:pt x="155" y="324"/>
                  <a:pt x="211" y="324"/>
                  <a:pt x="211" y="216"/>
                </a:cubicBezTo>
                <a:cubicBezTo>
                  <a:pt x="211" y="108"/>
                  <a:pt x="155" y="108"/>
                  <a:pt x="155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2160"/>
                  <a:pt x="0" y="2160"/>
                  <a:pt x="0" y="2160"/>
                </a:cubicBezTo>
                <a:cubicBezTo>
                  <a:pt x="155" y="2160"/>
                  <a:pt x="155" y="2160"/>
                  <a:pt x="155" y="2160"/>
                </a:cubicBezTo>
                <a:cubicBezTo>
                  <a:pt x="155" y="2052"/>
                  <a:pt x="211" y="2052"/>
                  <a:pt x="211" y="1944"/>
                </a:cubicBezTo>
                <a:cubicBezTo>
                  <a:pt x="211" y="1836"/>
                  <a:pt x="155" y="1836"/>
                  <a:pt x="155" y="1728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12197734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5100" kern="1200" cap="all" spc="15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6858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228600" algn="l" defTabSz="6858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228600" algn="l" defTabSz="6858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228600" algn="l" defTabSz="6858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228600" algn="l" defTabSz="6858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6858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971800" indent="-228600" algn="l" defTabSz="6858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3429000" indent="-228600" algn="l" defTabSz="6858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3886200" indent="-228600" algn="l" defTabSz="6858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0" pos="594">
          <p15:clr>
            <a:srgbClr val="F26B43"/>
          </p15:clr>
        </p15:guide>
        <p15:guide id="1" pos="792">
          <p15:clr>
            <a:srgbClr val="F26B43"/>
          </p15:clr>
        </p15:guide>
        <p15:guide id="2" pos="7200">
          <p15:clr>
            <a:srgbClr val="F26B43"/>
          </p15:clr>
        </p15:guide>
        <p15:guide id="3" pos="5400">
          <p15:clr>
            <a:srgbClr val="F26B43"/>
          </p15:clr>
        </p15:guide>
        <p15:guide id="4" orient="horz" pos="4008">
          <p15:clr>
            <a:srgbClr val="F26B43"/>
          </p15:clr>
        </p15:guide>
        <p15:guide id="5" orient="horz" pos="1440">
          <p15:clr>
            <a:srgbClr val="F26B43"/>
          </p15:clr>
        </p15:guide>
        <p15:guide id="6" orient="horz" pos="3720">
          <p15:clr>
            <a:srgbClr val="F26B43"/>
          </p15:clr>
        </p15:guide>
        <p15:guide id="7" orient="horz" pos="2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naurok.com.ua/prezentaciya-kiberbezpeka-516222.html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08892" y="1098388"/>
            <a:ext cx="7738814" cy="4669366"/>
          </a:xfrm>
        </p:spPr>
        <p:txBody>
          <a:bodyPr/>
          <a:lstStyle/>
          <a:p>
            <a:r>
              <a:t>Кібербезпека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56704" y="4037855"/>
            <a:ext cx="6905942" cy="2334809"/>
          </a:xfrm>
        </p:spPr>
        <p:txBody>
          <a:bodyPr>
            <a:normAutofit/>
          </a:bodyPr>
          <a:lstStyle/>
          <a:p>
            <a:r>
              <a:rPr dirty="0" err="1"/>
              <a:t>Правила</a:t>
            </a:r>
            <a:r>
              <a:rPr dirty="0"/>
              <a:t> </a:t>
            </a:r>
            <a:r>
              <a:rPr dirty="0" err="1"/>
              <a:t>безпечної</a:t>
            </a:r>
            <a:r>
              <a:rPr dirty="0"/>
              <a:t> </a:t>
            </a:r>
            <a:r>
              <a:rPr dirty="0" err="1"/>
              <a:t>поведінки</a:t>
            </a:r>
            <a:r>
              <a:rPr dirty="0"/>
              <a:t> в </a:t>
            </a:r>
            <a:r>
              <a:rPr dirty="0" err="1"/>
              <a:t>інтернеті</a:t>
            </a:r>
            <a:endParaRPr dirty="0"/>
          </a:p>
          <a:p>
            <a:r>
              <a:rPr dirty="0"/>
              <a:t>9 </a:t>
            </a:r>
            <a:r>
              <a:rPr dirty="0" err="1"/>
              <a:t>клас</a:t>
            </a:r>
            <a:endParaRPr lang="uk-UA" dirty="0"/>
          </a:p>
          <a:p>
            <a:pPr algn="r"/>
            <a:r>
              <a:rPr lang="ru-RU" dirty="0" err="1"/>
              <a:t>Підготувала</a:t>
            </a:r>
            <a:r>
              <a:rPr lang="ru-RU" dirty="0"/>
              <a:t> </a:t>
            </a:r>
          </a:p>
          <a:p>
            <a:pPr algn="r"/>
            <a:r>
              <a:rPr lang="ru-RU" dirty="0"/>
              <a:t>Педагог </a:t>
            </a:r>
            <a:r>
              <a:rPr lang="ru-RU" dirty="0" err="1"/>
              <a:t>соціальний</a:t>
            </a:r>
            <a:endParaRPr lang="ru-RU" dirty="0"/>
          </a:p>
          <a:p>
            <a:pPr algn="r"/>
            <a:r>
              <a:rPr lang="ru-RU" dirty="0"/>
              <a:t>Ганна СТРАХАНОВА</a:t>
            </a:r>
            <a:endParaRPr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3B4ADDA-3CE3-A9D2-4844-AC78ED6E5E8F}"/>
              </a:ext>
            </a:extLst>
          </p:cNvPr>
          <p:cNvSpPr txBox="1"/>
          <p:nvPr/>
        </p:nvSpPr>
        <p:spPr>
          <a:xfrm>
            <a:off x="315798" y="6476361"/>
            <a:ext cx="854684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uk-UA" sz="1600" dirty="0"/>
              <a:t>Матеріал взятий з сайту </a:t>
            </a:r>
            <a:r>
              <a:rPr lang="en-US" sz="1600" dirty="0">
                <a:hlinkClick r:id="rId2"/>
              </a:rPr>
              <a:t>https://naurok.com.ua/prezentaciya-kiberbezpeka-516222.html</a:t>
            </a:r>
            <a:endParaRPr lang="uk-UA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Що таке кібербезпека?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38758" y="1448973"/>
            <a:ext cx="7633742" cy="2222696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Кібербезпека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це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комплекс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заходів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технологій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процесів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і практик,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спрямованих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на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захист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комп’ютерних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систем, мереж,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програм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та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даних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від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цифрових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атак,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несанкціонованого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доступу,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пошкодження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або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крадіжки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Вона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забезпечує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конфіденційність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цілісність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і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доступність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інформації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захищаючи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як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особисті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дані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так і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критичну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інфраструктуру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держави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2" descr="C:\Documents and Settings\КНР\Рабочий стол\18058.007.png">
            <a:extLst>
              <a:ext uri="{FF2B5EF4-FFF2-40B4-BE49-F238E27FC236}">
                <a16:creationId xmlns:a16="http://schemas.microsoft.com/office/drawing/2014/main" id="{0127D6B2-E44C-45FB-8703-DCEA513134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847140" y="3276518"/>
            <a:ext cx="4143404" cy="3413931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dirty="0" err="1"/>
              <a:t>Чому</a:t>
            </a:r>
            <a:r>
              <a:rPr dirty="0"/>
              <a:t> </a:t>
            </a:r>
            <a:r>
              <a:rPr dirty="0" err="1"/>
              <a:t>це</a:t>
            </a:r>
            <a:r>
              <a:rPr dirty="0"/>
              <a:t> </a:t>
            </a:r>
            <a:r>
              <a:rPr dirty="0" err="1"/>
              <a:t>важливо</a:t>
            </a:r>
            <a:r>
              <a:rPr dirty="0"/>
              <a:t>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38758" y="1389894"/>
            <a:ext cx="7633742" cy="3210242"/>
          </a:xfrm>
        </p:spPr>
        <p:txBody>
          <a:bodyPr/>
          <a:lstStyle/>
          <a:p>
            <a:pPr algn="just"/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Інтернет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є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частиною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життя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Є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ризики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шахрайство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булінг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віруси</a:t>
            </a:r>
            <a:endParaRPr lang="uk-UA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Кібербезпека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критично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важлива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для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захисту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особистих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даних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фінансів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та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конфіденційної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інформації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від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крадіжок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зламів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та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вірусів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у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цифрову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епоху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Вона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забезпечує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надійну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роботу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інфраструктури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електрики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банків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медицини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запобігає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шахрайству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захищає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репутацію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та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гарантує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приватність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у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мережі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що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стає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особливо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актуальним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в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умовах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зростання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кіберзагроз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2" descr="C:\Documents and Settings\КНР\Рабочий стол\images.jpg">
            <a:extLst>
              <a:ext uri="{FF2B5EF4-FFF2-40B4-BE49-F238E27FC236}">
                <a16:creationId xmlns:a16="http://schemas.microsoft.com/office/drawing/2014/main" id="{99FA4443-30CB-4FCC-ABA6-293D1AFA6B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4333629"/>
            <a:ext cx="8941586" cy="2524371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dirty="0" err="1">
                <a:solidFill>
                  <a:srgbClr val="FF0000"/>
                </a:solidFill>
              </a:rPr>
              <a:t>Основні</a:t>
            </a:r>
            <a:r>
              <a:rPr dirty="0">
                <a:solidFill>
                  <a:srgbClr val="FF0000"/>
                </a:solidFill>
              </a:rPr>
              <a:t> </a:t>
            </a:r>
            <a:r>
              <a:rPr dirty="0" err="1">
                <a:solidFill>
                  <a:srgbClr val="FF0000"/>
                </a:solidFill>
              </a:rPr>
              <a:t>загрози</a:t>
            </a:r>
            <a:endParaRPr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38757" y="1209823"/>
            <a:ext cx="5433908" cy="3773662"/>
          </a:xfrm>
        </p:spPr>
        <p:txBody>
          <a:bodyPr>
            <a:noAutofit/>
          </a:bodyPr>
          <a:lstStyle/>
          <a:p>
            <a:r>
              <a:rPr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Фішинг</a:t>
            </a:r>
            <a:endParaRPr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Віруси</a:t>
            </a:r>
            <a:endParaRPr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Кібербулінг</a:t>
            </a:r>
            <a:endParaRPr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Соціальна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інженерія</a:t>
            </a:r>
            <a:endParaRPr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Небезпечні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знайомства</a:t>
            </a:r>
            <a:endParaRPr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Рисунок 3" descr="1265738665_internet.jpg">
            <a:extLst>
              <a:ext uri="{FF2B5EF4-FFF2-40B4-BE49-F238E27FC236}">
                <a16:creationId xmlns:a16="http://schemas.microsoft.com/office/drawing/2014/main" id="{02FA3857-BC3B-44D1-9BE9-0870B1C691CC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4998818" y="3730390"/>
            <a:ext cx="3573682" cy="2949314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b="1" dirty="0" err="1">
                <a:solidFill>
                  <a:srgbClr val="FF0000"/>
                </a:solidFill>
              </a:rPr>
              <a:t>Фішинг</a:t>
            </a:r>
            <a:endParaRPr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5618" y="1389893"/>
            <a:ext cx="7856882" cy="19177059"/>
          </a:xfrm>
        </p:spPr>
        <p:txBody>
          <a:bodyPr/>
          <a:lstStyle/>
          <a:p>
            <a:pPr algn="just">
              <a:buFontTx/>
              <a:buChar char="-"/>
            </a:pPr>
            <a:r>
              <a:rPr lang="ru-RU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це</a:t>
            </a: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вид </a:t>
            </a:r>
            <a:r>
              <a:rPr lang="ru-RU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інтернет-шахрайства</a:t>
            </a: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спрямований</a:t>
            </a: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на </a:t>
            </a:r>
            <a:r>
              <a:rPr lang="ru-RU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крадіжку</a:t>
            </a: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конфіденційних</a:t>
            </a: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даних</a:t>
            </a: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ru-RU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паролів</a:t>
            </a: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реквізитів</a:t>
            </a: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карток</a:t>
            </a: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логінів</a:t>
            </a: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через </a:t>
            </a:r>
            <a:r>
              <a:rPr lang="ru-RU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підроблені</a:t>
            </a: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сайти</a:t>
            </a: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електронні</a:t>
            </a: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листи</a:t>
            </a: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або</a:t>
            </a: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повідомлення</a:t>
            </a: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в </a:t>
            </a:r>
            <a:r>
              <a:rPr lang="ru-RU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месенджерах</a:t>
            </a: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ru-RU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Зловмисники</a:t>
            </a: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імітують</a:t>
            </a: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офіційні</a:t>
            </a: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джерела</a:t>
            </a: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(банки, бренди), </a:t>
            </a:r>
            <a:r>
              <a:rPr lang="ru-RU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щоб</a:t>
            </a: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змусити</a:t>
            </a: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користувача</a:t>
            </a: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самостійно</a:t>
            </a: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розкрити</a:t>
            </a: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інформацію</a:t>
            </a: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lvl="0" indent="0" algn="ctr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ru-RU" altLang="ru-RU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Як </a:t>
            </a:r>
            <a:r>
              <a:rPr lang="ru-RU" altLang="ru-RU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працює</a:t>
            </a:r>
            <a:r>
              <a:rPr lang="ru-RU" altLang="ru-RU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ru-RU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фішинг</a:t>
            </a:r>
            <a:r>
              <a:rPr lang="ru-RU" altLang="ru-RU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ru-RU" altLang="ru-RU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ru-RU" altLang="ru-RU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Підроблені</a:t>
            </a:r>
            <a:r>
              <a:rPr lang="ru-RU" altLang="ru-RU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ru-RU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сайти</a:t>
            </a:r>
            <a:r>
              <a:rPr lang="ru-RU" altLang="ru-RU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ru-RU" alt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ru-RU" altLang="ru-RU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Створюються</a:t>
            </a:r>
            <a:r>
              <a:rPr lang="ru-RU" alt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ru-RU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сайти-копії</a:t>
            </a:r>
            <a:r>
              <a:rPr lang="ru-RU" alt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altLang="ru-RU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які</a:t>
            </a:r>
            <a:r>
              <a:rPr lang="ru-RU" alt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ru-RU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виглядають</a:t>
            </a:r>
            <a:r>
              <a:rPr lang="ru-RU" alt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точно як </a:t>
            </a:r>
            <a:r>
              <a:rPr lang="ru-RU" altLang="ru-RU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офіційні</a:t>
            </a:r>
            <a:r>
              <a:rPr lang="ru-RU" alt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altLang="ru-RU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наприклад</a:t>
            </a:r>
            <a:r>
              <a:rPr lang="ru-RU" alt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altLang="ru-RU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банківські</a:t>
            </a:r>
            <a:r>
              <a:rPr lang="ru-RU" alt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ru-RU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сторінки</a:t>
            </a:r>
            <a:r>
              <a:rPr lang="ru-RU" alt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де жертва вводить пароль.</a:t>
            </a:r>
          </a:p>
          <a:p>
            <a:pPr marL="0" lvl="0" indent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ru-RU" altLang="ru-RU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Фішингові</a:t>
            </a:r>
            <a:r>
              <a:rPr lang="ru-RU" altLang="ru-RU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ru-RU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листи</a:t>
            </a:r>
            <a:r>
              <a:rPr lang="ru-RU" altLang="ru-RU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та SMS:</a:t>
            </a:r>
            <a:r>
              <a:rPr lang="ru-RU" alt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ru-RU" altLang="ru-RU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Розсилаються</a:t>
            </a:r>
            <a:r>
              <a:rPr lang="ru-RU" alt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ru-RU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повідомлення</a:t>
            </a:r>
            <a:r>
              <a:rPr lang="ru-RU" alt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про «</a:t>
            </a:r>
            <a:r>
              <a:rPr lang="ru-RU" altLang="ru-RU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виграші</a:t>
            </a:r>
            <a:r>
              <a:rPr lang="ru-RU" alt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», «</a:t>
            </a:r>
            <a:r>
              <a:rPr lang="ru-RU" altLang="ru-RU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зломи</a:t>
            </a:r>
            <a:r>
              <a:rPr lang="ru-RU" alt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ru-RU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акаунтів</a:t>
            </a:r>
            <a:r>
              <a:rPr lang="ru-RU" alt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» </a:t>
            </a:r>
            <a:r>
              <a:rPr lang="ru-RU" altLang="ru-RU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або</a:t>
            </a:r>
            <a:r>
              <a:rPr lang="ru-RU" alt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«</a:t>
            </a:r>
            <a:r>
              <a:rPr lang="ru-RU" altLang="ru-RU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необхідність</a:t>
            </a:r>
            <a:r>
              <a:rPr lang="ru-RU" alt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ru-RU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підтвердження</a:t>
            </a:r>
            <a:r>
              <a:rPr lang="ru-RU" alt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ru-RU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даних</a:t>
            </a:r>
            <a:r>
              <a:rPr lang="ru-RU" alt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», </a:t>
            </a:r>
            <a:r>
              <a:rPr lang="ru-RU" altLang="ru-RU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що</a:t>
            </a:r>
            <a:r>
              <a:rPr lang="ru-RU" alt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ru-RU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містять</a:t>
            </a:r>
            <a:r>
              <a:rPr lang="ru-RU" alt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ru-RU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шкідливі</a:t>
            </a:r>
            <a:r>
              <a:rPr lang="ru-RU" alt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ru-RU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посилання</a:t>
            </a:r>
            <a:r>
              <a:rPr lang="ru-RU" alt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lvl="0" indent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ru-RU" altLang="ru-RU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Мета:</a:t>
            </a:r>
            <a:endParaRPr lang="ru-RU" altLang="ru-RU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ru-RU" alt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ru-RU" altLang="ru-RU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Основна</a:t>
            </a:r>
            <a:r>
              <a:rPr lang="ru-RU" alt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мета — </a:t>
            </a:r>
            <a:r>
              <a:rPr lang="ru-RU" altLang="ru-RU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викрадення</a:t>
            </a:r>
            <a:r>
              <a:rPr lang="ru-RU" alt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грошей </a:t>
            </a:r>
            <a:r>
              <a:rPr lang="ru-RU" altLang="ru-RU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або</a:t>
            </a:r>
            <a:r>
              <a:rPr lang="ru-RU" alt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ru-RU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особистої</a:t>
            </a:r>
            <a:r>
              <a:rPr lang="ru-RU" alt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ru-RU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інформації</a:t>
            </a:r>
            <a:r>
              <a:rPr lang="ru-RU" alt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для продажу.</a:t>
            </a:r>
            <a:endParaRPr lang="ru-RU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Tx/>
              <a:buChar char="-"/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8758" y="382385"/>
            <a:ext cx="7633742" cy="1024384"/>
          </a:xfrm>
        </p:spPr>
        <p:txBody>
          <a:bodyPr/>
          <a:lstStyle/>
          <a:p>
            <a:pPr algn="ctr"/>
            <a:r>
              <a:rPr dirty="0" err="1">
                <a:solidFill>
                  <a:srgbClr val="00B0F0"/>
                </a:solidFill>
              </a:rPr>
              <a:t>Віруси</a:t>
            </a:r>
            <a:endParaRPr dirty="0">
              <a:solidFill>
                <a:srgbClr val="00B0F0"/>
              </a:solidFill>
            </a:endParaRP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5E2853B9-FEC6-4485-838F-D92C88616F04}"/>
              </a:ext>
            </a:extLst>
          </p:cNvPr>
          <p:cNvSpPr/>
          <p:nvPr/>
        </p:nvSpPr>
        <p:spPr>
          <a:xfrm>
            <a:off x="829994" y="1406769"/>
            <a:ext cx="7934178" cy="53014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ru-RU" altLang="ru-RU" sz="2000" b="1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Комп’ютерний</a:t>
            </a:r>
            <a:r>
              <a:rPr lang="ru-RU" altLang="ru-RU" sz="2000" b="1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ru-RU" sz="2000" b="1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вірус</a:t>
            </a:r>
            <a:r>
              <a:rPr lang="ru-RU" altLang="ru-RU" sz="2000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— </a:t>
            </a:r>
            <a:r>
              <a:rPr lang="ru-RU" altLang="ru-RU" sz="2000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це</a:t>
            </a:r>
            <a:r>
              <a:rPr lang="ru-RU" altLang="ru-RU" sz="2000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вид </a:t>
            </a:r>
            <a:r>
              <a:rPr lang="ru-RU" altLang="ru-RU" sz="2000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шкідливого</a:t>
            </a:r>
            <a:r>
              <a:rPr lang="ru-RU" altLang="ru-RU" sz="2000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ru-RU" sz="2000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програмного</a:t>
            </a:r>
            <a:r>
              <a:rPr lang="ru-RU" altLang="ru-RU" sz="2000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ru-RU" sz="2000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забезпечення</a:t>
            </a:r>
            <a:r>
              <a:rPr lang="ru-RU" altLang="ru-RU" sz="2000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яке </a:t>
            </a:r>
            <a:r>
              <a:rPr lang="ru-RU" altLang="ru-RU" sz="2000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здатне</a:t>
            </a:r>
            <a:r>
              <a:rPr lang="ru-RU" altLang="ru-RU" sz="2000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ru-RU" sz="2000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самостійно</a:t>
            </a:r>
            <a:r>
              <a:rPr lang="ru-RU" altLang="ru-RU" sz="2000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ru-RU" sz="2000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створювати</a:t>
            </a:r>
            <a:r>
              <a:rPr lang="ru-RU" altLang="ru-RU" sz="2000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ru-RU" sz="2000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власні</a:t>
            </a:r>
            <a:r>
              <a:rPr lang="ru-RU" altLang="ru-RU" sz="2000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ru-RU" sz="2000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копії</a:t>
            </a:r>
            <a:r>
              <a:rPr lang="ru-RU" altLang="ru-RU" sz="2000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та </a:t>
            </a:r>
            <a:r>
              <a:rPr lang="ru-RU" altLang="ru-RU" sz="2000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впроваджувати</a:t>
            </a:r>
            <a:r>
              <a:rPr lang="ru-RU" altLang="ru-RU" sz="2000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ru-RU" sz="2000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їх</a:t>
            </a:r>
            <a:r>
              <a:rPr lang="ru-RU" altLang="ru-RU" sz="2000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у код </a:t>
            </a:r>
            <a:r>
              <a:rPr lang="ru-RU" altLang="ru-RU" sz="2000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інших</a:t>
            </a:r>
            <a:r>
              <a:rPr lang="ru-RU" altLang="ru-RU" sz="2000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ru-RU" sz="2000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програм</a:t>
            </a:r>
            <a:r>
              <a:rPr lang="ru-RU" altLang="ru-RU" sz="2000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altLang="ru-RU" sz="2000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системні</a:t>
            </a:r>
            <a:r>
              <a:rPr lang="ru-RU" altLang="ru-RU" sz="2000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ru-RU" sz="2000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області</a:t>
            </a:r>
            <a:r>
              <a:rPr lang="ru-RU" altLang="ru-RU" sz="2000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ru-RU" sz="2000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пам'яті</a:t>
            </a:r>
            <a:r>
              <a:rPr lang="ru-RU" altLang="ru-RU" sz="2000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ru-RU" sz="2000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або</a:t>
            </a:r>
            <a:r>
              <a:rPr lang="ru-RU" altLang="ru-RU" sz="2000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ru-RU" sz="2000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завантажувальні</a:t>
            </a:r>
            <a:r>
              <a:rPr lang="ru-RU" altLang="ru-RU" sz="2000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ru-RU" sz="2000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сектори</a:t>
            </a:r>
            <a:r>
              <a:rPr lang="ru-RU" altLang="ru-RU" sz="2000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alt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ru-RU" altLang="ru-RU" sz="2000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Простими</a:t>
            </a:r>
            <a:r>
              <a:rPr lang="ru-RU" altLang="ru-RU" sz="2000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словами: </a:t>
            </a:r>
            <a:r>
              <a:rPr lang="ru-RU" altLang="ru-RU" sz="2000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це</a:t>
            </a:r>
            <a:r>
              <a:rPr lang="ru-RU" altLang="ru-RU" sz="2000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ru-RU" sz="2000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цифрова</a:t>
            </a:r>
            <a:r>
              <a:rPr lang="ru-RU" altLang="ru-RU" sz="2000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«зараза», яка </a:t>
            </a:r>
            <a:r>
              <a:rPr lang="ru-RU" altLang="ru-RU" sz="2000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потрапляє</a:t>
            </a:r>
            <a:r>
              <a:rPr lang="ru-RU" altLang="ru-RU" sz="2000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на </a:t>
            </a:r>
            <a:r>
              <a:rPr lang="ru-RU" altLang="ru-RU" sz="2000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пристрій</a:t>
            </a:r>
            <a:r>
              <a:rPr lang="ru-RU" altLang="ru-RU" sz="2000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без </a:t>
            </a:r>
            <a:r>
              <a:rPr lang="ru-RU" altLang="ru-RU" sz="2000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вашого</a:t>
            </a:r>
            <a:r>
              <a:rPr lang="ru-RU" altLang="ru-RU" sz="2000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ru-RU" sz="2000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відома</a:t>
            </a:r>
            <a:r>
              <a:rPr lang="ru-RU" altLang="ru-RU" sz="2000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altLang="ru-RU" sz="2000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щоб</a:t>
            </a:r>
            <a:r>
              <a:rPr lang="ru-RU" altLang="ru-RU" sz="2000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ru-RU" sz="2000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псувати</a:t>
            </a:r>
            <a:r>
              <a:rPr lang="ru-RU" altLang="ru-RU" sz="2000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ru-RU" sz="2000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файли</a:t>
            </a:r>
            <a:r>
              <a:rPr lang="ru-RU" altLang="ru-RU" sz="2000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altLang="ru-RU" sz="2000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красти</a:t>
            </a:r>
            <a:r>
              <a:rPr lang="ru-RU" altLang="ru-RU" sz="2000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ru-RU" sz="2000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дані</a:t>
            </a:r>
            <a:r>
              <a:rPr lang="ru-RU" altLang="ru-RU" sz="2000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ru-RU" sz="2000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або</a:t>
            </a:r>
            <a:r>
              <a:rPr lang="ru-RU" altLang="ru-RU" sz="2000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ru-RU" sz="2000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заважати</a:t>
            </a:r>
            <a:r>
              <a:rPr lang="ru-RU" altLang="ru-RU" sz="2000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ru-RU" sz="2000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роботі</a:t>
            </a:r>
            <a:r>
              <a:rPr lang="ru-RU" altLang="ru-RU" sz="2000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ru-RU" sz="2000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системи</a:t>
            </a:r>
            <a:r>
              <a:rPr lang="ru-RU" altLang="ru-RU" sz="2000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alt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ru-RU" altLang="ru-RU" sz="2000" b="1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Як </a:t>
            </a:r>
            <a:r>
              <a:rPr lang="ru-RU" altLang="ru-RU" sz="2000" b="1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працюють</a:t>
            </a:r>
            <a:r>
              <a:rPr lang="ru-RU" altLang="ru-RU" sz="2000" b="1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ru-RU" sz="2000" b="1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віруси</a:t>
            </a:r>
            <a:r>
              <a:rPr lang="ru-RU" altLang="ru-RU" sz="2000" b="1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endParaRPr lang="ru-RU" alt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AutoNum type="arabicPeriod"/>
            </a:pPr>
            <a:r>
              <a:rPr lang="ru-RU" altLang="ru-RU" sz="2000" b="1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Зараження</a:t>
            </a:r>
            <a:r>
              <a:rPr lang="ru-RU" altLang="ru-RU" sz="2000" b="1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ru-RU" altLang="ru-RU" sz="2000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ru-RU" altLang="ru-RU" sz="2000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Вірус</a:t>
            </a:r>
            <a:r>
              <a:rPr lang="ru-RU" altLang="ru-RU" sz="2000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«</a:t>
            </a:r>
            <a:r>
              <a:rPr lang="ru-RU" altLang="ru-RU" sz="2000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прикріплюється</a:t>
            </a:r>
            <a:r>
              <a:rPr lang="ru-RU" altLang="ru-RU" sz="2000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» до </a:t>
            </a:r>
            <a:r>
              <a:rPr lang="ru-RU" altLang="ru-RU" sz="2000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звичайного</a:t>
            </a:r>
            <a:r>
              <a:rPr lang="ru-RU" altLang="ru-RU" sz="2000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файлу (</a:t>
            </a:r>
            <a:r>
              <a:rPr lang="ru-RU" altLang="ru-RU" sz="2000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наприклад</a:t>
            </a:r>
            <a:r>
              <a:rPr lang="ru-RU" altLang="ru-RU" sz="2000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до </a:t>
            </a:r>
            <a:r>
              <a:rPr lang="ru-RU" altLang="ru-RU" sz="2000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програми</a:t>
            </a:r>
            <a:r>
              <a:rPr lang="ru-RU" altLang="ru-RU" sz="2000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.</a:t>
            </a:r>
            <a:r>
              <a:rPr lang="ru-RU" altLang="ru-RU" sz="2000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exe</a:t>
            </a:r>
            <a:r>
              <a:rPr lang="ru-RU" altLang="ru-RU" sz="2000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ru-RU" altLang="ru-RU" sz="2000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або</a:t>
            </a:r>
            <a:r>
              <a:rPr lang="ru-RU" altLang="ru-RU" sz="2000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документа </a:t>
            </a:r>
            <a:r>
              <a:rPr lang="ru-RU" altLang="ru-RU" sz="2000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Word</a:t>
            </a:r>
            <a:r>
              <a:rPr lang="ru-RU" altLang="ru-RU" sz="2000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pPr lvl="0" algn="just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AutoNum type="arabicPeriod" startAt="2"/>
            </a:pPr>
            <a:r>
              <a:rPr lang="ru-RU" altLang="ru-RU" sz="2000" b="1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Активація</a:t>
            </a:r>
            <a:r>
              <a:rPr lang="ru-RU" altLang="ru-RU" sz="2000" b="1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ru-RU" altLang="ru-RU" sz="2000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Коли </a:t>
            </a:r>
            <a:r>
              <a:rPr lang="ru-RU" altLang="ru-RU" sz="2000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ви</a:t>
            </a:r>
            <a:r>
              <a:rPr lang="ru-RU" altLang="ru-RU" sz="2000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ru-RU" sz="2000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відкриваєте</a:t>
            </a:r>
            <a:r>
              <a:rPr lang="ru-RU" altLang="ru-RU" sz="2000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ru-RU" sz="2000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цей</a:t>
            </a:r>
            <a:r>
              <a:rPr lang="ru-RU" altLang="ru-RU" sz="2000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файл, код </a:t>
            </a:r>
            <a:r>
              <a:rPr lang="ru-RU" altLang="ru-RU" sz="2000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вірусу</a:t>
            </a:r>
            <a:r>
              <a:rPr lang="ru-RU" altLang="ru-RU" sz="2000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ru-RU" sz="2000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запускається</a:t>
            </a:r>
            <a:r>
              <a:rPr lang="ru-RU" altLang="ru-RU" sz="2000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0" algn="just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AutoNum type="arabicPeriod" startAt="3"/>
            </a:pPr>
            <a:r>
              <a:rPr lang="ru-RU" altLang="ru-RU" sz="2000" b="1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Розмноження</a:t>
            </a:r>
            <a:r>
              <a:rPr lang="ru-RU" altLang="ru-RU" sz="2000" b="1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ru-RU" altLang="ru-RU" sz="2000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ru-RU" altLang="ru-RU" sz="2000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Вірус</a:t>
            </a:r>
            <a:r>
              <a:rPr lang="ru-RU" altLang="ru-RU" sz="2000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ru-RU" sz="2000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шукає</a:t>
            </a:r>
            <a:r>
              <a:rPr lang="ru-RU" altLang="ru-RU" sz="2000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ru-RU" sz="2000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інші</a:t>
            </a:r>
            <a:r>
              <a:rPr lang="ru-RU" altLang="ru-RU" sz="2000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ru-RU" sz="2000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файли</a:t>
            </a:r>
            <a:r>
              <a:rPr lang="ru-RU" altLang="ru-RU" sz="2000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на </a:t>
            </a:r>
            <a:r>
              <a:rPr lang="ru-RU" altLang="ru-RU" sz="2000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комп'ютері</a:t>
            </a:r>
            <a:r>
              <a:rPr lang="ru-RU" altLang="ru-RU" sz="2000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ru-RU" sz="2000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або</a:t>
            </a:r>
            <a:r>
              <a:rPr lang="ru-RU" altLang="ru-RU" sz="2000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в </a:t>
            </a:r>
            <a:r>
              <a:rPr lang="ru-RU" altLang="ru-RU" sz="2000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мережі</a:t>
            </a:r>
            <a:r>
              <a:rPr lang="ru-RU" altLang="ru-RU" sz="2000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altLang="ru-RU" sz="2000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щоб</a:t>
            </a:r>
            <a:r>
              <a:rPr lang="ru-RU" altLang="ru-RU" sz="2000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ru-RU" sz="2000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скопіювати</a:t>
            </a:r>
            <a:r>
              <a:rPr lang="ru-RU" altLang="ru-RU" sz="2000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себе в них.</a:t>
            </a:r>
          </a:p>
          <a:p>
            <a:pPr lvl="0" algn="just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AutoNum type="arabicPeriod" startAt="4"/>
            </a:pPr>
            <a:r>
              <a:rPr lang="ru-RU" altLang="ru-RU" sz="2000" b="1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Дія</a:t>
            </a:r>
            <a:r>
              <a:rPr lang="ru-RU" altLang="ru-RU" sz="2000" b="1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ru-RU" altLang="ru-RU" sz="2000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ru-RU" altLang="ru-RU" sz="2000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Залежно</a:t>
            </a:r>
            <a:r>
              <a:rPr lang="ru-RU" altLang="ru-RU" sz="2000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ru-RU" sz="2000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від</a:t>
            </a:r>
            <a:r>
              <a:rPr lang="ru-RU" altLang="ru-RU" sz="2000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мети </a:t>
            </a:r>
            <a:r>
              <a:rPr lang="ru-RU" altLang="ru-RU" sz="2000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розробника</a:t>
            </a:r>
            <a:r>
              <a:rPr lang="ru-RU" altLang="ru-RU" sz="2000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altLang="ru-RU" sz="2000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вірус</a:t>
            </a:r>
            <a:r>
              <a:rPr lang="ru-RU" altLang="ru-RU" sz="2000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ru-RU" sz="2000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може</a:t>
            </a:r>
            <a:r>
              <a:rPr lang="ru-RU" altLang="ru-RU" sz="2000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просто </a:t>
            </a:r>
            <a:r>
              <a:rPr lang="ru-RU" altLang="ru-RU" sz="2000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показувати</a:t>
            </a:r>
            <a:r>
              <a:rPr lang="ru-RU" altLang="ru-RU" sz="2000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рекламу, а </a:t>
            </a:r>
            <a:r>
              <a:rPr lang="ru-RU" altLang="ru-RU" sz="2000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може</a:t>
            </a:r>
            <a:r>
              <a:rPr lang="ru-RU" altLang="ru-RU" sz="2000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ru-RU" sz="2000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видалити</a:t>
            </a:r>
            <a:r>
              <a:rPr lang="ru-RU" altLang="ru-RU" sz="2000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ru-RU" sz="2000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всі</a:t>
            </a:r>
            <a:r>
              <a:rPr lang="ru-RU" altLang="ru-RU" sz="2000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ru-RU" sz="2000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дані</a:t>
            </a:r>
            <a:r>
              <a:rPr lang="ru-RU" altLang="ru-RU" sz="2000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з диска.</a:t>
            </a:r>
          </a:p>
          <a:p>
            <a:pPr lvl="0" algn="just" defTabSz="914400" eaLnBrk="0" fontAlgn="base" hangingPunct="0">
              <a:spcBef>
                <a:spcPct val="0"/>
              </a:spcBef>
              <a:spcAft>
                <a:spcPct val="0"/>
              </a:spcAft>
            </a:pPr>
            <a:br>
              <a:rPr lang="ru-RU" altLang="ru-RU" sz="1050" dirty="0"/>
            </a:br>
            <a:endParaRPr lang="ru-RU" altLang="ru-RU" sz="2800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dirty="0" err="1"/>
              <a:t>Кібербулінг</a:t>
            </a:r>
            <a:endParaRPr dirty="0"/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EA3C8D5F-ABAE-4507-90E1-BEFB97307F43}"/>
              </a:ext>
            </a:extLst>
          </p:cNvPr>
          <p:cNvSpPr/>
          <p:nvPr/>
        </p:nvSpPr>
        <p:spPr>
          <a:xfrm>
            <a:off x="1041009" y="1584837"/>
            <a:ext cx="7633742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ru-RU" altLang="ru-RU" sz="2000" b="1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Кібербулінг</a:t>
            </a:r>
            <a:r>
              <a:rPr lang="ru-RU" altLang="ru-RU" sz="2000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— </a:t>
            </a:r>
            <a:r>
              <a:rPr lang="ru-RU" altLang="ru-RU" sz="2000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це</a:t>
            </a:r>
            <a:r>
              <a:rPr lang="ru-RU" altLang="ru-RU" sz="2000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ru-RU" sz="2000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цькування</a:t>
            </a:r>
            <a:r>
              <a:rPr lang="ru-RU" altLang="ru-RU" sz="2000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ru-RU" sz="2000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або</a:t>
            </a:r>
            <a:r>
              <a:rPr lang="ru-RU" altLang="ru-RU" sz="2000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ru-RU" sz="2000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залякування</a:t>
            </a:r>
            <a:r>
              <a:rPr lang="ru-RU" altLang="ru-RU" sz="2000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з </a:t>
            </a:r>
            <a:r>
              <a:rPr lang="ru-RU" altLang="ru-RU" sz="2000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використанням</a:t>
            </a:r>
            <a:r>
              <a:rPr lang="ru-RU" altLang="ru-RU" sz="2000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ru-RU" sz="2000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цифрових</a:t>
            </a:r>
            <a:r>
              <a:rPr lang="ru-RU" altLang="ru-RU" sz="2000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ru-RU" sz="2000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технологій</a:t>
            </a:r>
            <a:r>
              <a:rPr lang="ru-RU" altLang="ru-RU" sz="2000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ru-RU" altLang="ru-RU" sz="2000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Це</a:t>
            </a:r>
            <a:r>
              <a:rPr lang="ru-RU" altLang="ru-RU" sz="2000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ru-RU" sz="2000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неодноразова</a:t>
            </a:r>
            <a:r>
              <a:rPr lang="ru-RU" altLang="ru-RU" sz="2000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ru-RU" sz="2000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поведінка</a:t>
            </a:r>
            <a:r>
              <a:rPr lang="ru-RU" altLang="ru-RU" sz="2000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altLang="ru-RU" sz="2000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спрямована</a:t>
            </a:r>
            <a:r>
              <a:rPr lang="ru-RU" altLang="ru-RU" sz="2000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на </a:t>
            </a:r>
            <a:r>
              <a:rPr lang="ru-RU" altLang="ru-RU" sz="2000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приниження</a:t>
            </a:r>
            <a:r>
              <a:rPr lang="ru-RU" altLang="ru-RU" sz="2000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altLang="ru-RU" sz="2000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залякування</a:t>
            </a:r>
            <a:r>
              <a:rPr lang="ru-RU" altLang="ru-RU" sz="2000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ru-RU" sz="2000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чи</a:t>
            </a:r>
            <a:r>
              <a:rPr lang="ru-RU" altLang="ru-RU" sz="2000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ru-RU" sz="2000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роздратування</a:t>
            </a:r>
            <a:r>
              <a:rPr lang="ru-RU" altLang="ru-RU" sz="2000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ru-RU" sz="2000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людини</a:t>
            </a:r>
            <a:r>
              <a:rPr lang="ru-RU" altLang="ru-RU" sz="2000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через </a:t>
            </a:r>
            <a:r>
              <a:rPr lang="ru-RU" altLang="ru-RU" sz="2000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соціальні</a:t>
            </a:r>
            <a:r>
              <a:rPr lang="ru-RU" altLang="ru-RU" sz="2000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ru-RU" sz="2000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мережі</a:t>
            </a:r>
            <a:r>
              <a:rPr lang="ru-RU" altLang="ru-RU" sz="2000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altLang="ru-RU" sz="2000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месенджери</a:t>
            </a:r>
            <a:r>
              <a:rPr lang="ru-RU" altLang="ru-RU" sz="2000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altLang="ru-RU" sz="2000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ігрові</a:t>
            </a:r>
            <a:r>
              <a:rPr lang="ru-RU" altLang="ru-RU" sz="2000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ru-RU" sz="2000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платформи</a:t>
            </a:r>
            <a:r>
              <a:rPr lang="ru-RU" altLang="ru-RU" sz="2000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ru-RU" sz="2000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або</a:t>
            </a:r>
            <a:r>
              <a:rPr lang="ru-RU" altLang="ru-RU" sz="2000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ru-RU" sz="2000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мобільні</a:t>
            </a:r>
            <a:r>
              <a:rPr lang="ru-RU" altLang="ru-RU" sz="2000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ru-RU" sz="2000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телефони</a:t>
            </a:r>
            <a:r>
              <a:rPr lang="ru-RU" altLang="ru-RU" sz="2000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 </a:t>
            </a:r>
            <a:endParaRPr lang="ru-RU" alt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ru-RU" altLang="ru-RU" sz="2000" b="1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Як </a:t>
            </a:r>
            <a:r>
              <a:rPr lang="ru-RU" altLang="ru-RU" sz="2000" b="1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проявляється</a:t>
            </a:r>
            <a:r>
              <a:rPr lang="ru-RU" altLang="ru-RU" sz="2000" b="1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ru-RU" sz="2000" b="1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кібербулінг</a:t>
            </a:r>
            <a:r>
              <a:rPr lang="ru-RU" altLang="ru-RU" sz="2000" b="1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endParaRPr lang="ru-RU" alt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ru-RU" altLang="ru-RU" sz="2000" b="1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Розповсюдження</a:t>
            </a:r>
            <a:r>
              <a:rPr lang="ru-RU" altLang="ru-RU" sz="2000" b="1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ru-RU" sz="2000" b="1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брехні</a:t>
            </a:r>
            <a:r>
              <a:rPr lang="ru-RU" altLang="ru-RU" sz="2000" b="1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ru-RU" altLang="ru-RU" sz="2000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ru-RU" altLang="ru-RU" sz="2000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Публікація</a:t>
            </a:r>
            <a:r>
              <a:rPr lang="ru-RU" altLang="ru-RU" sz="2000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ru-RU" sz="2000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неправдивої</a:t>
            </a:r>
            <a:r>
              <a:rPr lang="ru-RU" altLang="ru-RU" sz="2000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ru-RU" sz="2000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інформації</a:t>
            </a:r>
            <a:r>
              <a:rPr lang="ru-RU" altLang="ru-RU" sz="2000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ru-RU" sz="2000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або</a:t>
            </a:r>
            <a:r>
              <a:rPr lang="ru-RU" altLang="ru-RU" sz="2000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ru-RU" sz="2000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компрометуючих</a:t>
            </a:r>
            <a:r>
              <a:rPr lang="ru-RU" altLang="ru-RU" sz="2000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фото/</a:t>
            </a:r>
            <a:r>
              <a:rPr lang="ru-RU" altLang="ru-RU" sz="2000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відео</a:t>
            </a:r>
            <a:r>
              <a:rPr lang="ru-RU" altLang="ru-RU" sz="2000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у </a:t>
            </a:r>
            <a:r>
              <a:rPr lang="ru-RU" altLang="ru-RU" sz="2000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соцмережах</a:t>
            </a:r>
            <a:r>
              <a:rPr lang="ru-RU" altLang="ru-RU" sz="2000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0" algn="just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ru-RU" altLang="ru-RU" sz="2000" b="1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Образливі</a:t>
            </a:r>
            <a:r>
              <a:rPr lang="ru-RU" altLang="ru-RU" sz="2000" b="1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ru-RU" sz="2000" b="1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повідомлення</a:t>
            </a:r>
            <a:r>
              <a:rPr lang="ru-RU" altLang="ru-RU" sz="2000" b="1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ru-RU" altLang="ru-RU" sz="2000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ru-RU" altLang="ru-RU" sz="2000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Надсилання</a:t>
            </a:r>
            <a:r>
              <a:rPr lang="ru-RU" altLang="ru-RU" sz="2000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ru-RU" sz="2000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погроз</a:t>
            </a:r>
            <a:r>
              <a:rPr lang="ru-RU" altLang="ru-RU" sz="2000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altLang="ru-RU" sz="2000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агресивних</a:t>
            </a:r>
            <a:r>
              <a:rPr lang="ru-RU" altLang="ru-RU" sz="2000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ru-RU" sz="2000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чи</a:t>
            </a:r>
            <a:r>
              <a:rPr lang="ru-RU" altLang="ru-RU" sz="2000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ru-RU" sz="2000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вульгарних</a:t>
            </a:r>
            <a:r>
              <a:rPr lang="ru-RU" altLang="ru-RU" sz="2000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ru-RU" sz="2000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текстів</a:t>
            </a:r>
            <a:r>
              <a:rPr lang="ru-RU" altLang="ru-RU" sz="2000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0" algn="just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ru-RU" altLang="ru-RU" sz="2000" b="1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Видача</a:t>
            </a:r>
            <a:r>
              <a:rPr lang="ru-RU" altLang="ru-RU" sz="2000" b="1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себе за </a:t>
            </a:r>
            <a:r>
              <a:rPr lang="ru-RU" altLang="ru-RU" sz="2000" b="1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іншого</a:t>
            </a:r>
            <a:r>
              <a:rPr lang="ru-RU" altLang="ru-RU" sz="2000" b="1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ru-RU" altLang="ru-RU" sz="2000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ru-RU" altLang="ru-RU" sz="2000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Створення</a:t>
            </a:r>
            <a:r>
              <a:rPr lang="ru-RU" altLang="ru-RU" sz="2000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ru-RU" sz="2000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фейкових</a:t>
            </a:r>
            <a:r>
              <a:rPr lang="ru-RU" altLang="ru-RU" sz="2000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ru-RU" sz="2000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акаунтів</a:t>
            </a:r>
            <a:r>
              <a:rPr lang="ru-RU" altLang="ru-RU" sz="2000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ru-RU" sz="2000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від</a:t>
            </a:r>
            <a:r>
              <a:rPr lang="ru-RU" altLang="ru-RU" sz="2000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ru-RU" sz="2000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імені</a:t>
            </a:r>
            <a:r>
              <a:rPr lang="ru-RU" altLang="ru-RU" sz="2000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ru-RU" sz="2000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жертви</a:t>
            </a:r>
            <a:r>
              <a:rPr lang="ru-RU" altLang="ru-RU" sz="2000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для </a:t>
            </a:r>
            <a:r>
              <a:rPr lang="ru-RU" altLang="ru-RU" sz="2000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розповсюдження</a:t>
            </a:r>
            <a:r>
              <a:rPr lang="ru-RU" altLang="ru-RU" sz="2000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ru-RU" sz="2000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шкідливого</a:t>
            </a:r>
            <a:r>
              <a:rPr lang="ru-RU" altLang="ru-RU" sz="2000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контенту.</a:t>
            </a:r>
          </a:p>
          <a:p>
            <a:pPr lvl="0" algn="just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ru-RU" altLang="ru-RU" sz="2000" b="1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Ігнорування</a:t>
            </a:r>
            <a:r>
              <a:rPr lang="ru-RU" altLang="ru-RU" sz="2000" b="1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та </a:t>
            </a:r>
            <a:r>
              <a:rPr lang="ru-RU" altLang="ru-RU" sz="2000" b="1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виключення</a:t>
            </a:r>
            <a:r>
              <a:rPr lang="ru-RU" altLang="ru-RU" sz="2000" b="1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ru-RU" altLang="ru-RU" sz="2000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ru-RU" altLang="ru-RU" sz="2000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Навмисне</a:t>
            </a:r>
            <a:r>
              <a:rPr lang="ru-RU" altLang="ru-RU" sz="2000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ru-RU" sz="2000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видалення</a:t>
            </a:r>
            <a:r>
              <a:rPr lang="ru-RU" altLang="ru-RU" sz="2000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ru-RU" sz="2000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людини</a:t>
            </a:r>
            <a:r>
              <a:rPr lang="ru-RU" altLang="ru-RU" sz="2000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з онлайн-</a:t>
            </a:r>
            <a:r>
              <a:rPr lang="ru-RU" altLang="ru-RU" sz="2000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груп</a:t>
            </a:r>
            <a:r>
              <a:rPr lang="ru-RU" altLang="ru-RU" sz="2000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ru-RU" sz="2000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або</a:t>
            </a:r>
            <a:r>
              <a:rPr lang="ru-RU" altLang="ru-RU" sz="2000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ru-RU" sz="2000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чатів</a:t>
            </a:r>
            <a:endParaRPr lang="ru-RU" altLang="ru-RU" sz="2000" dirty="0">
              <a:solidFill>
                <a:srgbClr val="0A0A0A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ru-RU" altLang="ru-RU" sz="2800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dirty="0" err="1"/>
              <a:t>Соціальна</a:t>
            </a:r>
            <a:r>
              <a:rPr dirty="0"/>
              <a:t> </a:t>
            </a:r>
            <a:r>
              <a:rPr dirty="0" err="1"/>
              <a:t>інженерія</a:t>
            </a:r>
            <a:endParaRPr dirty="0"/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E77D87B7-EB1B-403D-AF2D-A3222A523F74}"/>
              </a:ext>
            </a:extLst>
          </p:cNvPr>
          <p:cNvSpPr/>
          <p:nvPr/>
        </p:nvSpPr>
        <p:spPr>
          <a:xfrm>
            <a:off x="686679" y="1292027"/>
            <a:ext cx="7770642" cy="59400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ru-RU" altLang="ru-RU" sz="2000" b="1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Соціальна</a:t>
            </a:r>
            <a:r>
              <a:rPr lang="ru-RU" altLang="ru-RU" sz="2000" b="1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ru-RU" sz="2000" b="1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інженерія</a:t>
            </a:r>
            <a:r>
              <a:rPr lang="ru-RU" altLang="ru-RU" sz="2000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— </a:t>
            </a:r>
            <a:r>
              <a:rPr lang="ru-RU" altLang="ru-RU" sz="2000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це</a:t>
            </a:r>
            <a:r>
              <a:rPr lang="ru-RU" altLang="ru-RU" sz="2000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метод </a:t>
            </a:r>
            <a:r>
              <a:rPr lang="ru-RU" altLang="ru-RU" sz="2000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маніпуляції</a:t>
            </a:r>
            <a:r>
              <a:rPr lang="ru-RU" altLang="ru-RU" sz="2000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людьми з метою </a:t>
            </a:r>
            <a:r>
              <a:rPr lang="ru-RU" altLang="ru-RU" sz="2000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отримання</a:t>
            </a:r>
            <a:r>
              <a:rPr lang="ru-RU" altLang="ru-RU" sz="2000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доступу до </a:t>
            </a:r>
            <a:r>
              <a:rPr lang="ru-RU" altLang="ru-RU" sz="2000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конфіденційної</a:t>
            </a:r>
            <a:r>
              <a:rPr lang="ru-RU" altLang="ru-RU" sz="2000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ru-RU" sz="2000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інформації</a:t>
            </a:r>
            <a:r>
              <a:rPr lang="ru-RU" altLang="ru-RU" sz="2000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грошей </a:t>
            </a:r>
            <a:r>
              <a:rPr lang="ru-RU" altLang="ru-RU" sz="2000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або</a:t>
            </a:r>
            <a:r>
              <a:rPr lang="ru-RU" altLang="ru-RU" sz="2000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ru-RU" sz="2000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комп’ютерних</a:t>
            </a:r>
            <a:r>
              <a:rPr lang="ru-RU" altLang="ru-RU" sz="2000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систем. На </a:t>
            </a:r>
            <a:r>
              <a:rPr lang="ru-RU" altLang="ru-RU" sz="2000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відміну</a:t>
            </a:r>
            <a:r>
              <a:rPr lang="ru-RU" altLang="ru-RU" sz="2000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ru-RU" sz="2000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від</a:t>
            </a:r>
            <a:r>
              <a:rPr lang="ru-RU" altLang="ru-RU" sz="2000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ru-RU" sz="2000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хакерів</a:t>
            </a:r>
            <a:r>
              <a:rPr lang="ru-RU" altLang="ru-RU" sz="2000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altLang="ru-RU" sz="2000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які</a:t>
            </a:r>
            <a:r>
              <a:rPr lang="ru-RU" altLang="ru-RU" sz="2000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ru-RU" sz="2000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шукають</a:t>
            </a:r>
            <a:r>
              <a:rPr lang="ru-RU" altLang="ru-RU" sz="2000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«</a:t>
            </a:r>
            <a:r>
              <a:rPr lang="ru-RU" altLang="ru-RU" sz="2000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дірки</a:t>
            </a:r>
            <a:r>
              <a:rPr lang="ru-RU" altLang="ru-RU" sz="2000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» в </a:t>
            </a:r>
            <a:r>
              <a:rPr lang="ru-RU" altLang="ru-RU" sz="2000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програмах</a:t>
            </a:r>
            <a:r>
              <a:rPr lang="ru-RU" altLang="ru-RU" sz="2000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altLang="ru-RU" sz="2000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соціальні</a:t>
            </a:r>
            <a:r>
              <a:rPr lang="ru-RU" altLang="ru-RU" sz="2000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ru-RU" sz="2000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інженери</a:t>
            </a:r>
            <a:r>
              <a:rPr lang="ru-RU" altLang="ru-RU" sz="2000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ru-RU" sz="2000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шукають</a:t>
            </a:r>
            <a:r>
              <a:rPr lang="ru-RU" altLang="ru-RU" sz="2000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«</a:t>
            </a:r>
            <a:r>
              <a:rPr lang="ru-RU" altLang="ru-RU" sz="2000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дірки</a:t>
            </a:r>
            <a:r>
              <a:rPr lang="ru-RU" altLang="ru-RU" sz="2000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» в </a:t>
            </a:r>
            <a:r>
              <a:rPr lang="ru-RU" altLang="ru-RU" sz="2000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людській</a:t>
            </a:r>
            <a:r>
              <a:rPr lang="ru-RU" altLang="ru-RU" sz="2000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ru-RU" sz="2000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психології</a:t>
            </a:r>
            <a:r>
              <a:rPr lang="ru-RU" altLang="ru-RU" sz="2000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alt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ru-RU" altLang="ru-RU" sz="2000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Це</a:t>
            </a:r>
            <a:r>
              <a:rPr lang="ru-RU" altLang="ru-RU" sz="2000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«</a:t>
            </a:r>
            <a:r>
              <a:rPr lang="ru-RU" altLang="ru-RU" sz="2000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злам</a:t>
            </a:r>
            <a:r>
              <a:rPr lang="ru-RU" altLang="ru-RU" sz="2000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ru-RU" sz="2000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людини</a:t>
            </a:r>
            <a:r>
              <a:rPr lang="ru-RU" altLang="ru-RU" sz="2000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», а не </a:t>
            </a:r>
            <a:r>
              <a:rPr lang="ru-RU" altLang="ru-RU" sz="2000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комп'ютера</a:t>
            </a:r>
            <a:r>
              <a:rPr lang="ru-RU" altLang="ru-RU" sz="2000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alt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ru-RU" altLang="ru-RU" sz="2000" b="1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На </a:t>
            </a:r>
            <a:r>
              <a:rPr lang="ru-RU" altLang="ru-RU" sz="2000" b="1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чому</a:t>
            </a:r>
            <a:r>
              <a:rPr lang="ru-RU" altLang="ru-RU" sz="2000" b="1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ru-RU" sz="2000" b="1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грають</a:t>
            </a:r>
            <a:r>
              <a:rPr lang="ru-RU" altLang="ru-RU" sz="2000" b="1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ru-RU" sz="2000" b="1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маніпулятори</a:t>
            </a:r>
            <a:r>
              <a:rPr lang="ru-RU" altLang="ru-RU" sz="2000" b="1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endParaRPr lang="ru-RU" alt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ru-RU" altLang="ru-RU" sz="2000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Шахраї</a:t>
            </a:r>
            <a:r>
              <a:rPr lang="ru-RU" altLang="ru-RU" sz="2000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ru-RU" sz="2000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використовують</a:t>
            </a:r>
            <a:r>
              <a:rPr lang="ru-RU" altLang="ru-RU" sz="2000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ru-RU" sz="2000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наші</a:t>
            </a:r>
            <a:r>
              <a:rPr lang="ru-RU" altLang="ru-RU" sz="2000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ru-RU" sz="2000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природні</a:t>
            </a:r>
            <a:r>
              <a:rPr lang="ru-RU" altLang="ru-RU" sz="2000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ru-RU" sz="2000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реакції</a:t>
            </a:r>
            <a:r>
              <a:rPr lang="ru-RU" altLang="ru-RU" sz="2000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ru-RU" alt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ru-RU" altLang="ru-RU" sz="2000" b="1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Страх:</a:t>
            </a:r>
            <a:r>
              <a:rPr lang="ru-RU" altLang="ru-RU" sz="2000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«Вашу </a:t>
            </a:r>
            <a:r>
              <a:rPr lang="ru-RU" altLang="ru-RU" sz="2000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картку</a:t>
            </a:r>
            <a:r>
              <a:rPr lang="ru-RU" altLang="ru-RU" sz="2000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ru-RU" sz="2000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заблоковано</a:t>
            </a:r>
            <a:r>
              <a:rPr lang="ru-RU" altLang="ru-RU" sz="2000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! </a:t>
            </a:r>
            <a:r>
              <a:rPr lang="ru-RU" altLang="ru-RU" sz="2000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Терміново</a:t>
            </a:r>
            <a:r>
              <a:rPr lang="ru-RU" altLang="ru-RU" sz="2000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ru-RU" sz="2000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назвіть</a:t>
            </a:r>
            <a:r>
              <a:rPr lang="ru-RU" altLang="ru-RU" sz="2000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код, </a:t>
            </a:r>
            <a:r>
              <a:rPr lang="ru-RU" altLang="ru-RU" sz="2000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інакше</a:t>
            </a:r>
            <a:r>
              <a:rPr lang="ru-RU" altLang="ru-RU" sz="2000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ru-RU" sz="2000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гроші</a:t>
            </a:r>
            <a:r>
              <a:rPr lang="ru-RU" altLang="ru-RU" sz="2000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ru-RU" sz="2000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зникнуть</a:t>
            </a:r>
            <a:r>
              <a:rPr lang="ru-RU" altLang="ru-RU" sz="2000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».</a:t>
            </a:r>
          </a:p>
          <a:p>
            <a:pPr lvl="0" algn="just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ru-RU" altLang="ru-RU" sz="2000" b="1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Довіра</a:t>
            </a:r>
            <a:r>
              <a:rPr lang="ru-RU" altLang="ru-RU" sz="2000" b="1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ru-RU" altLang="ru-RU" sz="2000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ru-RU" altLang="ru-RU" sz="2000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Зловмисник</a:t>
            </a:r>
            <a:r>
              <a:rPr lang="ru-RU" altLang="ru-RU" sz="2000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ru-RU" sz="2000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видає</a:t>
            </a:r>
            <a:r>
              <a:rPr lang="ru-RU" altLang="ru-RU" sz="2000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себе за </a:t>
            </a:r>
            <a:r>
              <a:rPr lang="ru-RU" altLang="ru-RU" sz="2000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технічну</a:t>
            </a:r>
            <a:r>
              <a:rPr lang="ru-RU" altLang="ru-RU" sz="2000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ru-RU" sz="2000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підтримку</a:t>
            </a:r>
            <a:r>
              <a:rPr lang="ru-RU" altLang="ru-RU" sz="2000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altLang="ru-RU" sz="2000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колегу</a:t>
            </a:r>
            <a:r>
              <a:rPr lang="ru-RU" altLang="ru-RU" sz="2000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ru-RU" sz="2000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або</a:t>
            </a:r>
            <a:r>
              <a:rPr lang="ru-RU" altLang="ru-RU" sz="2000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ru-RU" sz="2000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представника</a:t>
            </a:r>
            <a:r>
              <a:rPr lang="ru-RU" altLang="ru-RU" sz="2000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ru-RU" sz="2000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держорганів</a:t>
            </a:r>
            <a:r>
              <a:rPr lang="ru-RU" altLang="ru-RU" sz="2000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0" algn="just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ru-RU" altLang="ru-RU" sz="2000" b="1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Цікавість</a:t>
            </a:r>
            <a:r>
              <a:rPr lang="ru-RU" altLang="ru-RU" sz="2000" b="1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ru-RU" altLang="ru-RU" sz="2000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«</a:t>
            </a:r>
            <a:r>
              <a:rPr lang="ru-RU" altLang="ru-RU" sz="2000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Подивіться</a:t>
            </a:r>
            <a:r>
              <a:rPr lang="ru-RU" altLang="ru-RU" sz="2000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altLang="ru-RU" sz="2000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хто</a:t>
            </a:r>
            <a:r>
              <a:rPr lang="ru-RU" altLang="ru-RU" sz="2000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ru-RU" sz="2000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потрапив</a:t>
            </a:r>
            <a:r>
              <a:rPr lang="ru-RU" altLang="ru-RU" sz="2000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у ДТП!» (і </a:t>
            </a:r>
            <a:r>
              <a:rPr lang="ru-RU" altLang="ru-RU" sz="2000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посилання</a:t>
            </a:r>
            <a:r>
              <a:rPr lang="ru-RU" altLang="ru-RU" sz="2000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на </a:t>
            </a:r>
            <a:r>
              <a:rPr lang="ru-RU" altLang="ru-RU" sz="2000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вірус</a:t>
            </a:r>
            <a:r>
              <a:rPr lang="ru-RU" altLang="ru-RU" sz="2000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pPr lvl="0" algn="just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ru-RU" altLang="ru-RU" sz="2000" b="1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Жадібність</a:t>
            </a:r>
            <a:r>
              <a:rPr lang="ru-RU" altLang="ru-RU" sz="2000" b="1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ru-RU" altLang="ru-RU" sz="2000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«Ви </a:t>
            </a:r>
            <a:r>
              <a:rPr lang="ru-RU" altLang="ru-RU" sz="2000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виграли</a:t>
            </a:r>
            <a:r>
              <a:rPr lang="ru-RU" altLang="ru-RU" sz="2000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ru-RU" sz="2000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iPhone</a:t>
            </a:r>
            <a:r>
              <a:rPr lang="ru-RU" altLang="ru-RU" sz="2000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! Просто </a:t>
            </a:r>
            <a:r>
              <a:rPr lang="ru-RU" altLang="ru-RU" sz="2000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оплатіть</a:t>
            </a:r>
            <a:r>
              <a:rPr lang="ru-RU" altLang="ru-RU" sz="2000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доставку».</a:t>
            </a:r>
          </a:p>
          <a:p>
            <a:pPr lvl="0" algn="just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ru-RU" altLang="ru-RU" sz="2000" b="1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Співчуття</a:t>
            </a:r>
            <a:r>
              <a:rPr lang="ru-RU" altLang="ru-RU" sz="2000" b="1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ru-RU" altLang="ru-RU" sz="2000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ru-RU" altLang="ru-RU" sz="2000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Прохання</a:t>
            </a:r>
            <a:r>
              <a:rPr lang="ru-RU" altLang="ru-RU" sz="2000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про </a:t>
            </a:r>
            <a:r>
              <a:rPr lang="ru-RU" altLang="ru-RU" sz="2000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термінову</a:t>
            </a:r>
            <a:r>
              <a:rPr lang="ru-RU" altLang="ru-RU" sz="2000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ru-RU" sz="2000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допомогу</a:t>
            </a:r>
            <a:r>
              <a:rPr lang="ru-RU" altLang="ru-RU" sz="2000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на </a:t>
            </a:r>
            <a:r>
              <a:rPr lang="ru-RU" altLang="ru-RU" sz="2000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лікування</a:t>
            </a:r>
            <a:r>
              <a:rPr lang="ru-RU" altLang="ru-RU" sz="2000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ru-RU" sz="2000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від</a:t>
            </a:r>
            <a:r>
              <a:rPr lang="ru-RU" altLang="ru-RU" sz="2000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«друга» у </a:t>
            </a:r>
            <a:r>
              <a:rPr lang="ru-RU" altLang="ru-RU" sz="2000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месенджері</a:t>
            </a:r>
            <a:r>
              <a:rPr lang="ru-RU" altLang="ru-RU" sz="2000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0" algn="just" defTabSz="914400" eaLnBrk="0" fontAlgn="base" hangingPunct="0">
              <a:spcBef>
                <a:spcPct val="0"/>
              </a:spcBef>
              <a:spcAft>
                <a:spcPct val="0"/>
              </a:spcAft>
            </a:pPr>
            <a:br>
              <a:rPr lang="ru-RU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ru-RU" alt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8758" y="382385"/>
            <a:ext cx="7633742" cy="954046"/>
          </a:xfrm>
        </p:spPr>
        <p:txBody>
          <a:bodyPr/>
          <a:lstStyle/>
          <a:p>
            <a:pPr algn="ctr"/>
            <a:r>
              <a:rPr dirty="0" err="1"/>
              <a:t>Захист</a:t>
            </a:r>
            <a:r>
              <a:rPr dirty="0"/>
              <a:t> </a:t>
            </a:r>
            <a:r>
              <a:rPr dirty="0" err="1"/>
              <a:t>акаунтів</a:t>
            </a:r>
            <a:endParaRPr dirty="0"/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BB043CE9-6AD5-4D07-965F-DFCB943D5FA7}"/>
              </a:ext>
            </a:extLst>
          </p:cNvPr>
          <p:cNvSpPr/>
          <p:nvPr/>
        </p:nvSpPr>
        <p:spPr>
          <a:xfrm>
            <a:off x="4399890" y="1336432"/>
            <a:ext cx="4554195" cy="53245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ru-RU" altLang="ru-RU" sz="2400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Це</a:t>
            </a:r>
            <a:r>
              <a:rPr lang="ru-RU" altLang="ru-RU" sz="2400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головне правило </a:t>
            </a:r>
            <a:r>
              <a:rPr lang="ru-RU" altLang="ru-RU" sz="2400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сучасної</a:t>
            </a:r>
            <a:r>
              <a:rPr lang="ru-RU" altLang="ru-RU" sz="2400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ru-RU" sz="2400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цифрової</a:t>
            </a:r>
            <a:r>
              <a:rPr lang="ru-RU" altLang="ru-RU" sz="2400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ru-RU" sz="2400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гігієни</a:t>
            </a:r>
            <a:r>
              <a:rPr lang="ru-RU" altLang="ru-RU" sz="2400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ru-RU" altLang="ru-RU" sz="2400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Якщо</a:t>
            </a:r>
            <a:r>
              <a:rPr lang="ru-RU" altLang="ru-RU" sz="2400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коротко, то ваш </a:t>
            </a:r>
            <a:r>
              <a:rPr lang="ru-RU" altLang="ru-RU" sz="2400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захист</a:t>
            </a:r>
            <a:r>
              <a:rPr lang="ru-RU" altLang="ru-RU" sz="2400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ru-RU" sz="2400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тримається</a:t>
            </a:r>
            <a:r>
              <a:rPr lang="ru-RU" altLang="ru-RU" sz="2400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на </a:t>
            </a:r>
            <a:r>
              <a:rPr lang="ru-RU" altLang="ru-RU" sz="2400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двох</a:t>
            </a:r>
            <a:r>
              <a:rPr lang="ru-RU" altLang="ru-RU" sz="2400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«китах»:</a:t>
            </a:r>
            <a:endParaRPr lang="ru-RU" alt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AutoNum type="arabicPeriod"/>
            </a:pPr>
            <a:r>
              <a:rPr lang="ru-RU" altLang="ru-RU" sz="2400" b="1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Складний</a:t>
            </a:r>
            <a:r>
              <a:rPr lang="ru-RU" altLang="ru-RU" sz="2400" b="1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пароль</a:t>
            </a:r>
            <a:r>
              <a:rPr lang="ru-RU" altLang="ru-RU" sz="2400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— </a:t>
            </a:r>
            <a:r>
              <a:rPr lang="ru-RU" altLang="ru-RU" sz="2400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це</a:t>
            </a:r>
            <a:r>
              <a:rPr lang="ru-RU" altLang="ru-RU" sz="2400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ваш </a:t>
            </a:r>
            <a:r>
              <a:rPr lang="ru-RU" altLang="ru-RU" sz="2400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унікальний</a:t>
            </a:r>
            <a:r>
              <a:rPr lang="ru-RU" altLang="ru-RU" sz="2400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замок, </a:t>
            </a:r>
            <a:r>
              <a:rPr lang="ru-RU" altLang="ru-RU" sz="2400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який</a:t>
            </a:r>
            <a:r>
              <a:rPr lang="ru-RU" altLang="ru-RU" sz="2400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ru-RU" sz="2400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неможливо</a:t>
            </a:r>
            <a:r>
              <a:rPr lang="ru-RU" altLang="ru-RU" sz="2400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ru-RU" sz="2400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підібрати</a:t>
            </a:r>
            <a:r>
              <a:rPr lang="ru-RU" altLang="ru-RU" sz="2400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перебором.</a:t>
            </a:r>
          </a:p>
          <a:p>
            <a:pPr lvl="0" algn="just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AutoNum type="arabicPeriod" startAt="2"/>
            </a:pPr>
            <a:r>
              <a:rPr lang="ru-RU" altLang="ru-RU" sz="2400" b="1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Двофакторна</a:t>
            </a:r>
            <a:r>
              <a:rPr lang="ru-RU" altLang="ru-RU" sz="2400" b="1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ru-RU" sz="2400" b="1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автентифікація</a:t>
            </a:r>
            <a:r>
              <a:rPr lang="ru-RU" altLang="ru-RU" sz="2400" b="1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(2FA)</a:t>
            </a:r>
            <a:r>
              <a:rPr lang="ru-RU" altLang="ru-RU" sz="2400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— </a:t>
            </a:r>
            <a:r>
              <a:rPr lang="ru-RU" altLang="ru-RU" sz="2400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це</a:t>
            </a:r>
            <a:r>
              <a:rPr lang="ru-RU" altLang="ru-RU" sz="2400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ru-RU" sz="2400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другий</a:t>
            </a:r>
            <a:r>
              <a:rPr lang="ru-RU" altLang="ru-RU" sz="2400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замок (код у </a:t>
            </a:r>
            <a:r>
              <a:rPr lang="ru-RU" altLang="ru-RU" sz="2400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додатку</a:t>
            </a:r>
            <a:r>
              <a:rPr lang="ru-RU" altLang="ru-RU" sz="2400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ru-RU" sz="2400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або</a:t>
            </a:r>
            <a:r>
              <a:rPr lang="ru-RU" altLang="ru-RU" sz="2400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SMS), </a:t>
            </a:r>
            <a:r>
              <a:rPr lang="ru-RU" altLang="ru-RU" sz="2400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який</a:t>
            </a:r>
            <a:r>
              <a:rPr lang="ru-RU" altLang="ru-RU" sz="2400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не </a:t>
            </a:r>
            <a:r>
              <a:rPr lang="ru-RU" altLang="ru-RU" sz="2400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дасть</a:t>
            </a:r>
            <a:r>
              <a:rPr lang="ru-RU" altLang="ru-RU" sz="2400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ru-RU" sz="2400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зловмиснику</a:t>
            </a:r>
            <a:r>
              <a:rPr lang="ru-RU" altLang="ru-RU" sz="2400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зайти в </a:t>
            </a:r>
            <a:r>
              <a:rPr lang="ru-RU" altLang="ru-RU" sz="2400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акаунт</a:t>
            </a:r>
            <a:r>
              <a:rPr lang="ru-RU" altLang="ru-RU" sz="2400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altLang="ru-RU" sz="2400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навіть</a:t>
            </a:r>
            <a:r>
              <a:rPr lang="ru-RU" altLang="ru-RU" sz="2400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ru-RU" sz="2400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якщо</a:t>
            </a:r>
            <a:r>
              <a:rPr lang="ru-RU" altLang="ru-RU" sz="2400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ru-RU" sz="2400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він</a:t>
            </a:r>
            <a:r>
              <a:rPr lang="ru-RU" altLang="ru-RU" sz="2400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ru-RU" sz="2400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якимось</a:t>
            </a:r>
            <a:r>
              <a:rPr lang="ru-RU" altLang="ru-RU" sz="2400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чином </a:t>
            </a:r>
            <a:r>
              <a:rPr lang="ru-RU" altLang="ru-RU" sz="2400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дізнався</a:t>
            </a:r>
            <a:r>
              <a:rPr lang="ru-RU" altLang="ru-RU" sz="2400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ваш пароль.</a:t>
            </a:r>
          </a:p>
          <a:p>
            <a:pPr lvl="0" algn="just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ru-RU" altLang="ru-RU" sz="2800" dirty="0">
              <a:latin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64E461A-4096-4B89-B216-7AEAF5E29C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89903" y="1301195"/>
            <a:ext cx="3709988" cy="4105275"/>
          </a:xfrm>
          <a:prstGeom prst="roundRect">
            <a:avLst>
              <a:gd name="adj" fmla="val 11111"/>
            </a:avLst>
          </a:prstGeom>
          <a:ln w="190500" cap="rnd">
            <a:solidFill>
              <a:srgbClr val="C8C6BD"/>
            </a:solidFill>
            <a:prstDash val="solid"/>
          </a:ln>
          <a:effectLst>
            <a:outerShdw blurRad="101600" dist="50800" dir="7200000" algn="tl" rotWithShape="0">
              <a:srgbClr val="000000">
                <a:alpha val="45000"/>
              </a:srgbClr>
            </a:outerShdw>
          </a:effectLst>
          <a:scene3d>
            <a:camera prst="perspectiveFront" fov="5400000"/>
            <a:lightRig rig="threePt" dir="t">
              <a:rot lat="0" lon="0" rev="19200000"/>
            </a:lightRig>
          </a:scene3d>
          <a:sp3d extrusionH="25400">
            <a:bevelT w="304800" h="152400" prst="hardEdge"/>
            <a:extrusionClr>
              <a:srgbClr val="FFFFFF"/>
            </a:extrusionClr>
          </a:sp3d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Безпечне користування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A8F21226-F637-4908-BAE1-68972744817A}"/>
              </a:ext>
            </a:extLst>
          </p:cNvPr>
          <p:cNvSpPr/>
          <p:nvPr/>
        </p:nvSpPr>
        <p:spPr>
          <a:xfrm>
            <a:off x="794825" y="1182230"/>
            <a:ext cx="5788855" cy="59400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ru-RU" altLang="ru-RU" sz="2000" b="1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🛡️ Твоя </a:t>
            </a:r>
            <a:r>
              <a:rPr lang="ru-RU" altLang="ru-RU" sz="2000" b="1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цифрова</a:t>
            </a:r>
            <a:r>
              <a:rPr lang="ru-RU" altLang="ru-RU" sz="2000" b="1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ru-RU" sz="2000" b="1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безпека</a:t>
            </a:r>
            <a:r>
              <a:rPr lang="ru-RU" altLang="ru-RU" sz="2000" b="1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Чек-лист</a:t>
            </a:r>
            <a:endParaRPr lang="ru-RU" alt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ru-RU" altLang="ru-RU" sz="2000" b="1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ru-RU" altLang="ru-RU" sz="2000" b="1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Налаштуй</a:t>
            </a:r>
            <a:r>
              <a:rPr lang="ru-RU" altLang="ru-RU" sz="2000" b="1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ru-RU" sz="2000" b="1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захист</a:t>
            </a:r>
            <a:r>
              <a:rPr lang="ru-RU" altLang="ru-RU" sz="2000" b="1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ru-RU" alt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ru-RU" altLang="ru-RU" sz="2000" b="1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Складні</a:t>
            </a:r>
            <a:r>
              <a:rPr lang="ru-RU" altLang="ru-RU" sz="2000" b="1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ru-RU" sz="2000" b="1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паролі</a:t>
            </a:r>
            <a:r>
              <a:rPr lang="ru-RU" altLang="ru-RU" sz="2000" b="1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ru-RU" altLang="ru-RU" sz="2000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ru-RU" altLang="ru-RU" sz="2000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Різні</a:t>
            </a:r>
            <a:r>
              <a:rPr lang="ru-RU" altLang="ru-RU" sz="2000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для кожного </a:t>
            </a:r>
            <a:r>
              <a:rPr lang="ru-RU" altLang="ru-RU" sz="2000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сервісу</a:t>
            </a:r>
            <a:r>
              <a:rPr lang="ru-RU" altLang="ru-RU" sz="2000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0" algn="just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ru-RU" altLang="ru-RU" sz="2000" b="1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Двофакторка</a:t>
            </a:r>
            <a:r>
              <a:rPr lang="ru-RU" altLang="ru-RU" sz="2000" b="1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(2FA):</a:t>
            </a:r>
            <a:r>
              <a:rPr lang="ru-RU" altLang="ru-RU" sz="2000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ru-RU" altLang="ru-RU" sz="2000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Обов’язкове</a:t>
            </a:r>
            <a:r>
              <a:rPr lang="ru-RU" altLang="ru-RU" sz="2000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ru-RU" sz="2000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підтвердження</a:t>
            </a:r>
            <a:r>
              <a:rPr lang="ru-RU" altLang="ru-RU" sz="2000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входу через </a:t>
            </a:r>
            <a:r>
              <a:rPr lang="ru-RU" altLang="ru-RU" sz="2000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додаток</a:t>
            </a:r>
            <a:r>
              <a:rPr lang="ru-RU" altLang="ru-RU" sz="2000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0" algn="just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ru-RU" altLang="ru-RU" sz="2000" b="1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Будь </a:t>
            </a:r>
            <a:r>
              <a:rPr lang="ru-RU" altLang="ru-RU" sz="2000" b="1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пильним</a:t>
            </a:r>
            <a:r>
              <a:rPr lang="ru-RU" altLang="ru-RU" sz="2000" b="1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ru-RU" altLang="ru-RU" sz="2000" b="1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Проти</a:t>
            </a:r>
            <a:r>
              <a:rPr lang="ru-RU" altLang="ru-RU" sz="2000" b="1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ru-RU" sz="2000" b="1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фішингу</a:t>
            </a:r>
            <a:r>
              <a:rPr lang="ru-RU" altLang="ru-RU" sz="2000" b="1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та </a:t>
            </a:r>
            <a:r>
              <a:rPr lang="ru-RU" altLang="ru-RU" sz="2000" b="1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маніпуляцій</a:t>
            </a:r>
            <a:r>
              <a:rPr lang="ru-RU" altLang="ru-RU" sz="2000" b="1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):</a:t>
            </a:r>
            <a:endParaRPr lang="ru-RU" alt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ru-RU" altLang="ru-RU" sz="2000" b="1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Перевіряй</a:t>
            </a:r>
            <a:r>
              <a:rPr lang="ru-RU" altLang="ru-RU" sz="2000" b="1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ru-RU" sz="2000" b="1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сайти</a:t>
            </a:r>
            <a:r>
              <a:rPr lang="ru-RU" altLang="ru-RU" sz="2000" b="1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ru-RU" altLang="ru-RU" sz="2000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Дивись на адресу в рядку браузера (</a:t>
            </a:r>
            <a:r>
              <a:rPr lang="ru-RU" altLang="ru-RU" sz="2000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чи</a:t>
            </a:r>
            <a:r>
              <a:rPr lang="ru-RU" altLang="ru-RU" sz="2000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ru-RU" sz="2000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немає</a:t>
            </a:r>
            <a:r>
              <a:rPr lang="ru-RU" altLang="ru-RU" sz="2000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ru-RU" sz="2000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зайвих</a:t>
            </a:r>
            <a:r>
              <a:rPr lang="ru-RU" altLang="ru-RU" sz="2000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ru-RU" sz="2000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літер</a:t>
            </a:r>
            <a:r>
              <a:rPr lang="ru-RU" altLang="ru-RU" sz="2000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pPr lvl="0" algn="just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ru-RU" altLang="ru-RU" sz="2000" b="1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Не </a:t>
            </a:r>
            <a:r>
              <a:rPr lang="ru-RU" altLang="ru-RU" sz="2000" b="1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довіряй</a:t>
            </a:r>
            <a:r>
              <a:rPr lang="ru-RU" altLang="ru-RU" sz="2000" b="1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ru-RU" sz="2000" b="1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незнайомцям</a:t>
            </a:r>
            <a:r>
              <a:rPr lang="ru-RU" altLang="ru-RU" sz="2000" b="1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ru-RU" altLang="ru-RU" sz="2000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ru-RU" altLang="ru-RU" sz="2000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Пам'ятай</a:t>
            </a:r>
            <a:r>
              <a:rPr lang="ru-RU" altLang="ru-RU" sz="2000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про </a:t>
            </a:r>
            <a:r>
              <a:rPr lang="ru-RU" altLang="ru-RU" sz="2000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соціальну</a:t>
            </a:r>
            <a:r>
              <a:rPr lang="ru-RU" altLang="ru-RU" sz="2000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ru-RU" sz="2000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інженерію</a:t>
            </a:r>
            <a:r>
              <a:rPr lang="ru-RU" altLang="ru-RU" sz="2000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— не </a:t>
            </a:r>
            <a:r>
              <a:rPr lang="ru-RU" altLang="ru-RU" sz="2000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віддавай</a:t>
            </a:r>
            <a:r>
              <a:rPr lang="ru-RU" altLang="ru-RU" sz="2000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ru-RU" sz="2000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дані</a:t>
            </a:r>
            <a:r>
              <a:rPr lang="ru-RU" altLang="ru-RU" sz="2000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ru-RU" sz="2000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під</a:t>
            </a:r>
            <a:r>
              <a:rPr lang="ru-RU" altLang="ru-RU" sz="2000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ru-RU" sz="2000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тиском</a:t>
            </a:r>
            <a:r>
              <a:rPr lang="ru-RU" altLang="ru-RU" sz="2000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ru-RU" sz="2000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чи</a:t>
            </a:r>
            <a:r>
              <a:rPr lang="ru-RU" altLang="ru-RU" sz="2000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через </a:t>
            </a:r>
            <a:r>
              <a:rPr lang="ru-RU" altLang="ru-RU" sz="2000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обіцянки</a:t>
            </a:r>
            <a:r>
              <a:rPr lang="ru-RU" altLang="ru-RU" sz="2000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ru-RU" sz="2000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призів</a:t>
            </a:r>
            <a:r>
              <a:rPr lang="ru-RU" altLang="ru-RU" sz="2000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0" algn="just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ru-RU" altLang="ru-RU" sz="2000" b="1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lang="ru-RU" altLang="ru-RU" sz="2000" b="1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Технічна</a:t>
            </a:r>
            <a:r>
              <a:rPr lang="ru-RU" altLang="ru-RU" sz="2000" b="1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ru-RU" sz="2000" b="1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гігієна</a:t>
            </a:r>
            <a:r>
              <a:rPr lang="ru-RU" altLang="ru-RU" sz="2000" b="1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ru-RU" alt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ru-RU" altLang="ru-RU" sz="2000" b="1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Підозрілі</a:t>
            </a:r>
            <a:r>
              <a:rPr lang="ru-RU" altLang="ru-RU" sz="2000" b="1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ru-RU" sz="2000" b="1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файли</a:t>
            </a:r>
            <a:r>
              <a:rPr lang="ru-RU" altLang="ru-RU" sz="2000" b="1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ru-RU" altLang="ru-RU" sz="2000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ru-RU" altLang="ru-RU" sz="2000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Ніколи</a:t>
            </a:r>
            <a:r>
              <a:rPr lang="ru-RU" altLang="ru-RU" sz="2000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не </a:t>
            </a:r>
            <a:r>
              <a:rPr lang="ru-RU" altLang="ru-RU" sz="2000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відкривай</a:t>
            </a:r>
            <a:r>
              <a:rPr lang="ru-RU" altLang="ru-RU" sz="2000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ru-RU" sz="2000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вкладення</a:t>
            </a:r>
            <a:r>
              <a:rPr lang="ru-RU" altLang="ru-RU" sz="2000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ru-RU" sz="2000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від</a:t>
            </a:r>
            <a:r>
              <a:rPr lang="ru-RU" altLang="ru-RU" sz="2000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ru-RU" sz="2000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невідомих</a:t>
            </a:r>
            <a:r>
              <a:rPr lang="ru-RU" altLang="ru-RU" sz="2000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ru-RU" sz="2000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відправників</a:t>
            </a:r>
            <a:r>
              <a:rPr lang="ru-RU" altLang="ru-RU" sz="2000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ru-RU" altLang="ru-RU" sz="2000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це</a:t>
            </a:r>
            <a:r>
              <a:rPr lang="ru-RU" altLang="ru-RU" sz="2000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ru-RU" sz="2000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можуть</a:t>
            </a:r>
            <a:r>
              <a:rPr lang="ru-RU" altLang="ru-RU" sz="2000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бути </a:t>
            </a:r>
            <a:r>
              <a:rPr lang="ru-RU" altLang="ru-RU" sz="2000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віруси</a:t>
            </a:r>
            <a:r>
              <a:rPr lang="ru-RU" altLang="ru-RU" sz="2000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pPr lvl="0" algn="just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ru-RU" altLang="ru-RU" sz="2000" b="1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Оновлення</a:t>
            </a:r>
            <a:r>
              <a:rPr lang="ru-RU" altLang="ru-RU" sz="2000" b="1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ru-RU" altLang="ru-RU" sz="2000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Регулярно </a:t>
            </a:r>
            <a:r>
              <a:rPr lang="ru-RU" altLang="ru-RU" sz="2000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оновлюй</a:t>
            </a:r>
            <a:r>
              <a:rPr lang="ru-RU" altLang="ru-RU" sz="2000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систему та </a:t>
            </a:r>
            <a:r>
              <a:rPr lang="ru-RU" altLang="ru-RU" sz="2000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антивірус</a:t>
            </a:r>
            <a:r>
              <a:rPr lang="ru-RU" altLang="ru-RU" sz="2000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0" algn="just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ru-RU" alt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3" descr="C:\Documents and Settings\КНР\Рабочий стол\Копия images (3).jpg">
            <a:extLst>
              <a:ext uri="{FF2B5EF4-FFF2-40B4-BE49-F238E27FC236}">
                <a16:creationId xmlns:a16="http://schemas.microsoft.com/office/drawing/2014/main" id="{10BE5F03-4B8D-4D8B-BB72-7C8E5871C4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 rot="653829">
            <a:off x="6583680" y="2936631"/>
            <a:ext cx="2185478" cy="1362076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dirty="0" err="1"/>
              <a:t>Особисті</a:t>
            </a:r>
            <a:r>
              <a:rPr dirty="0"/>
              <a:t> </a:t>
            </a:r>
            <a:r>
              <a:rPr dirty="0" err="1"/>
              <a:t>дані</a:t>
            </a:r>
            <a:endParaRPr dirty="0"/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4923517C-B5BC-447E-91DF-7FD03D1BD8D1}"/>
              </a:ext>
            </a:extLst>
          </p:cNvPr>
          <p:cNvSpPr/>
          <p:nvPr/>
        </p:nvSpPr>
        <p:spPr>
          <a:xfrm>
            <a:off x="746337" y="962139"/>
            <a:ext cx="8018583" cy="59400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ru-RU" altLang="ru-RU" sz="2000" b="1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Що</a:t>
            </a:r>
            <a:r>
              <a:rPr lang="ru-RU" altLang="ru-RU" sz="2000" b="1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до них </a:t>
            </a:r>
            <a:r>
              <a:rPr lang="ru-RU" altLang="ru-RU" sz="2000" b="1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належить</a:t>
            </a:r>
            <a:r>
              <a:rPr lang="ru-RU" altLang="ru-RU" sz="2000" b="1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ru-RU" alt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ru-RU" altLang="ru-RU" sz="2000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Прізвище</a:t>
            </a:r>
            <a:r>
              <a:rPr lang="ru-RU" altLang="ru-RU" sz="2000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altLang="ru-RU" sz="2000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ім'я</a:t>
            </a:r>
            <a:r>
              <a:rPr lang="ru-RU" altLang="ru-RU" sz="2000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по </a:t>
            </a:r>
            <a:r>
              <a:rPr lang="ru-RU" altLang="ru-RU" sz="2000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батькові</a:t>
            </a:r>
            <a:r>
              <a:rPr lang="ru-RU" altLang="ru-RU" sz="2000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ru-RU" altLang="ru-RU" sz="2000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Номер телефону та </a:t>
            </a:r>
            <a:r>
              <a:rPr lang="ru-RU" altLang="ru-RU" sz="2000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домашня</a:t>
            </a:r>
            <a:r>
              <a:rPr lang="ru-RU" altLang="ru-RU" sz="2000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адреса.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ru-RU" altLang="ru-RU" sz="2000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Паспортні</a:t>
            </a:r>
            <a:r>
              <a:rPr lang="ru-RU" altLang="ru-RU" sz="2000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ru-RU" sz="2000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дані</a:t>
            </a:r>
            <a:r>
              <a:rPr lang="ru-RU" altLang="ru-RU" sz="2000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та ІПН.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ru-RU" altLang="ru-RU" sz="2000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Логіни</a:t>
            </a:r>
            <a:r>
              <a:rPr lang="ru-RU" altLang="ru-RU" sz="2000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altLang="ru-RU" sz="2000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паролі</a:t>
            </a:r>
            <a:r>
              <a:rPr lang="ru-RU" altLang="ru-RU" sz="2000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altLang="ru-RU" sz="2000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номери</a:t>
            </a:r>
            <a:r>
              <a:rPr lang="ru-RU" altLang="ru-RU" sz="2000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ru-RU" sz="2000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банківських</a:t>
            </a:r>
            <a:r>
              <a:rPr lang="ru-RU" altLang="ru-RU" sz="2000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ru-RU" sz="2000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карток</a:t>
            </a:r>
            <a:r>
              <a:rPr lang="ru-RU" altLang="ru-RU" sz="2000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(і </a:t>
            </a:r>
            <a:r>
              <a:rPr lang="ru-RU" altLang="ru-RU" sz="2000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термін</a:t>
            </a:r>
            <a:r>
              <a:rPr lang="ru-RU" altLang="ru-RU" sz="2000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ru-RU" sz="2000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їх</a:t>
            </a:r>
            <a:r>
              <a:rPr lang="ru-RU" altLang="ru-RU" sz="2000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ru-RU" sz="2000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дії</a:t>
            </a:r>
            <a:r>
              <a:rPr lang="ru-RU" altLang="ru-RU" sz="2000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/CVV-код).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ru-RU" altLang="ru-RU" sz="2000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Геопозиція</a:t>
            </a:r>
            <a:r>
              <a:rPr lang="ru-RU" altLang="ru-RU" sz="2000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(де </a:t>
            </a:r>
            <a:r>
              <a:rPr lang="ru-RU" altLang="ru-RU" sz="2000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ви</a:t>
            </a:r>
            <a:r>
              <a:rPr lang="ru-RU" altLang="ru-RU" sz="2000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ru-RU" sz="2000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перебуваєте</a:t>
            </a:r>
            <a:r>
              <a:rPr lang="ru-RU" altLang="ru-RU" sz="2000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зараз).</a:t>
            </a:r>
          </a:p>
          <a:p>
            <a:pPr lvl="0"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ru-RU" altLang="ru-RU" sz="2000" b="1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⚠️ </a:t>
            </a:r>
            <a:r>
              <a:rPr lang="ru-RU" altLang="ru-RU" sz="2000" b="1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Головні</a:t>
            </a:r>
            <a:r>
              <a:rPr lang="ru-RU" altLang="ru-RU" sz="2000" b="1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правила </a:t>
            </a:r>
            <a:r>
              <a:rPr lang="ru-RU" altLang="ru-RU" sz="2000" b="1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безпеки</a:t>
            </a:r>
            <a:r>
              <a:rPr lang="ru-RU" altLang="ru-RU" sz="2000" b="1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ru-RU" alt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AutoNum type="arabicPeriod"/>
            </a:pPr>
            <a:r>
              <a:rPr lang="ru-RU" altLang="ru-RU" sz="2000" b="1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Мінімізація</a:t>
            </a:r>
            <a:r>
              <a:rPr lang="ru-RU" altLang="ru-RU" sz="2000" b="1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ru-RU" altLang="ru-RU" sz="2000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Не </a:t>
            </a:r>
            <a:r>
              <a:rPr lang="ru-RU" altLang="ru-RU" sz="2000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вказуйте</a:t>
            </a:r>
            <a:r>
              <a:rPr lang="ru-RU" altLang="ru-RU" sz="2000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номер телефону </a:t>
            </a:r>
            <a:r>
              <a:rPr lang="ru-RU" altLang="ru-RU" sz="2000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чи</a:t>
            </a:r>
            <a:r>
              <a:rPr lang="ru-RU" altLang="ru-RU" sz="2000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адресу в </a:t>
            </a:r>
            <a:r>
              <a:rPr lang="ru-RU" altLang="ru-RU" sz="2000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профілях</a:t>
            </a:r>
            <a:r>
              <a:rPr lang="ru-RU" altLang="ru-RU" sz="2000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ru-RU" sz="2000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соцмереж</a:t>
            </a:r>
            <a:r>
              <a:rPr lang="ru-RU" altLang="ru-RU" sz="2000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ru-RU" altLang="ru-RU" sz="2000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Facebook</a:t>
            </a:r>
            <a:r>
              <a:rPr lang="ru-RU" altLang="ru-RU" sz="2000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altLang="ru-RU" sz="2000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Instagram</a:t>
            </a:r>
            <a:r>
              <a:rPr lang="ru-RU" altLang="ru-RU" sz="2000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). Чим </a:t>
            </a:r>
            <a:r>
              <a:rPr lang="ru-RU" altLang="ru-RU" sz="2000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менше</a:t>
            </a:r>
            <a:r>
              <a:rPr lang="ru-RU" altLang="ru-RU" sz="2000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про вас </a:t>
            </a:r>
            <a:r>
              <a:rPr lang="ru-RU" altLang="ru-RU" sz="2000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знають</a:t>
            </a:r>
            <a:r>
              <a:rPr lang="ru-RU" altLang="ru-RU" sz="2000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ru-RU" sz="2000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сторонні</a:t>
            </a:r>
            <a:r>
              <a:rPr lang="ru-RU" altLang="ru-RU" sz="2000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altLang="ru-RU" sz="2000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тим</a:t>
            </a:r>
            <a:r>
              <a:rPr lang="ru-RU" altLang="ru-RU" sz="2000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ru-RU" sz="2000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важче</a:t>
            </a:r>
            <a:r>
              <a:rPr lang="ru-RU" altLang="ru-RU" sz="2000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ru-RU" sz="2000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застосувати</a:t>
            </a:r>
            <a:r>
              <a:rPr lang="ru-RU" altLang="ru-RU" sz="2000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ru-RU" altLang="ru-RU" sz="2000" b="1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соціальну</a:t>
            </a:r>
            <a:r>
              <a:rPr lang="ru-RU" altLang="ru-RU" sz="2000" b="1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ru-RU" sz="2000" b="1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інженерію</a:t>
            </a:r>
            <a:r>
              <a:rPr lang="ru-RU" altLang="ru-RU" sz="2000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AutoNum type="arabicPeriod" startAt="2"/>
            </a:pPr>
            <a:r>
              <a:rPr lang="ru-RU" altLang="ru-RU" sz="2000" b="1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Перевірка</a:t>
            </a:r>
            <a:r>
              <a:rPr lang="ru-RU" altLang="ru-RU" sz="2000" b="1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ru-RU" sz="2000" b="1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запитів</a:t>
            </a:r>
            <a:r>
              <a:rPr lang="ru-RU" altLang="ru-RU" sz="2000" b="1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ru-RU" altLang="ru-RU" sz="2000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ru-RU" altLang="ru-RU" sz="2000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Справжні</a:t>
            </a:r>
            <a:r>
              <a:rPr lang="ru-RU" altLang="ru-RU" sz="2000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банки, </a:t>
            </a:r>
            <a:r>
              <a:rPr lang="ru-RU" altLang="ru-RU" sz="2000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пошта</a:t>
            </a:r>
            <a:r>
              <a:rPr lang="ru-RU" altLang="ru-RU" sz="2000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ru-RU" sz="2000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чи</a:t>
            </a:r>
            <a:r>
              <a:rPr lang="ru-RU" altLang="ru-RU" sz="2000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ru-RU" sz="2000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соцмережі</a:t>
            </a:r>
            <a:r>
              <a:rPr lang="ru-RU" altLang="ru-RU" sz="2000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ru-RU" altLang="ru-RU" sz="2000" b="1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ніколи</a:t>
            </a:r>
            <a:r>
              <a:rPr lang="ru-RU" altLang="ru-RU" sz="2000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не </a:t>
            </a:r>
            <a:r>
              <a:rPr lang="ru-RU" altLang="ru-RU" sz="2000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просять</a:t>
            </a:r>
            <a:r>
              <a:rPr lang="ru-RU" altLang="ru-RU" sz="2000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ваш пароль </a:t>
            </a:r>
            <a:r>
              <a:rPr lang="ru-RU" altLang="ru-RU" sz="2000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або</a:t>
            </a:r>
            <a:r>
              <a:rPr lang="ru-RU" altLang="ru-RU" sz="2000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CVV-код через </a:t>
            </a:r>
            <a:r>
              <a:rPr lang="ru-RU" altLang="ru-RU" sz="2000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повідомлення</a:t>
            </a:r>
            <a:r>
              <a:rPr lang="ru-RU" altLang="ru-RU" sz="2000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ru-RU" sz="2000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чи</a:t>
            </a:r>
            <a:r>
              <a:rPr lang="ru-RU" altLang="ru-RU" sz="2000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по телефону.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AutoNum type="arabicPeriod" startAt="3"/>
            </a:pPr>
            <a:r>
              <a:rPr lang="ru-RU" altLang="ru-RU" sz="2000" b="1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Обережність</a:t>
            </a:r>
            <a:r>
              <a:rPr lang="ru-RU" altLang="ru-RU" sz="2000" b="1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ru-RU" sz="2000" b="1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із</a:t>
            </a:r>
            <a:r>
              <a:rPr lang="ru-RU" altLang="ru-RU" sz="2000" b="1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тестами та </a:t>
            </a:r>
            <a:r>
              <a:rPr lang="ru-RU" altLang="ru-RU" sz="2000" b="1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опитуваннями</a:t>
            </a:r>
            <a:r>
              <a:rPr lang="ru-RU" altLang="ru-RU" sz="2000" b="1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ru-RU" altLang="ru-RU" sz="2000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ru-RU" altLang="ru-RU" sz="2000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Фейкові</a:t>
            </a:r>
            <a:r>
              <a:rPr lang="ru-RU" altLang="ru-RU" sz="2000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ru-RU" sz="2000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анкети</a:t>
            </a:r>
            <a:r>
              <a:rPr lang="ru-RU" altLang="ru-RU" sz="2000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типу «Яка </a:t>
            </a:r>
            <a:r>
              <a:rPr lang="ru-RU" altLang="ru-RU" sz="2000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ти</a:t>
            </a:r>
            <a:r>
              <a:rPr lang="ru-RU" altLang="ru-RU" sz="2000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ru-RU" sz="2000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тварина</a:t>
            </a:r>
            <a:r>
              <a:rPr lang="ru-RU" altLang="ru-RU" sz="2000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?» </a:t>
            </a:r>
            <a:r>
              <a:rPr lang="ru-RU" altLang="ru-RU" sz="2000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або</a:t>
            </a:r>
            <a:r>
              <a:rPr lang="ru-RU" altLang="ru-RU" sz="2000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«</a:t>
            </a:r>
            <a:r>
              <a:rPr lang="ru-RU" altLang="ru-RU" sz="2000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Твій</a:t>
            </a:r>
            <a:r>
              <a:rPr lang="ru-RU" altLang="ru-RU" sz="2000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ru-RU" sz="2000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ідеальний</a:t>
            </a:r>
            <a:r>
              <a:rPr lang="ru-RU" altLang="ru-RU" sz="2000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ru-RU" sz="2000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автомобіль</a:t>
            </a:r>
            <a:r>
              <a:rPr lang="ru-RU" altLang="ru-RU" sz="2000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» часто </a:t>
            </a:r>
            <a:r>
              <a:rPr lang="ru-RU" altLang="ru-RU" sz="2000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створені</a:t>
            </a:r>
            <a:r>
              <a:rPr lang="ru-RU" altLang="ru-RU" sz="2000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ru-RU" sz="2000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лише</a:t>
            </a:r>
            <a:r>
              <a:rPr lang="ru-RU" altLang="ru-RU" sz="2000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для </a:t>
            </a:r>
            <a:r>
              <a:rPr lang="ru-RU" altLang="ru-RU" sz="2000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збору</a:t>
            </a:r>
            <a:r>
              <a:rPr lang="ru-RU" altLang="ru-RU" sz="2000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ваших </a:t>
            </a:r>
            <a:r>
              <a:rPr lang="ru-RU" altLang="ru-RU" sz="2000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даних</a:t>
            </a:r>
            <a:r>
              <a:rPr lang="ru-RU" altLang="ru-RU" sz="2000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AutoNum type="arabicPeriod" startAt="4"/>
            </a:pPr>
            <a:r>
              <a:rPr lang="ru-RU" altLang="ru-RU" sz="2000" b="1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Видалення</a:t>
            </a:r>
            <a:r>
              <a:rPr lang="ru-RU" altLang="ru-RU" sz="2000" b="1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ru-RU" sz="2000" b="1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зайвого</a:t>
            </a:r>
            <a:r>
              <a:rPr lang="ru-RU" altLang="ru-RU" sz="2000" b="1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ru-RU" altLang="ru-RU" sz="2000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Регулярно чистьте </a:t>
            </a:r>
            <a:r>
              <a:rPr lang="ru-RU" altLang="ru-RU" sz="2000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історію</a:t>
            </a:r>
            <a:r>
              <a:rPr lang="ru-RU" altLang="ru-RU" sz="2000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браузера та </a:t>
            </a:r>
            <a:r>
              <a:rPr lang="ru-RU" altLang="ru-RU" sz="2000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кеш</a:t>
            </a:r>
            <a:r>
              <a:rPr lang="ru-RU" altLang="ru-RU" sz="2000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а </a:t>
            </a:r>
            <a:r>
              <a:rPr lang="ru-RU" altLang="ru-RU" sz="2000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також</a:t>
            </a:r>
            <a:r>
              <a:rPr lang="ru-RU" altLang="ru-RU" sz="2000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ru-RU" sz="2000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видаляйте</a:t>
            </a:r>
            <a:r>
              <a:rPr lang="ru-RU" altLang="ru-RU" sz="2000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ru-RU" sz="2000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акаунти</a:t>
            </a:r>
            <a:r>
              <a:rPr lang="ru-RU" altLang="ru-RU" sz="2000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altLang="ru-RU" sz="2000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якими</a:t>
            </a:r>
            <a:r>
              <a:rPr lang="ru-RU" altLang="ru-RU" sz="2000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ru-RU" sz="2000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більше</a:t>
            </a:r>
            <a:r>
              <a:rPr lang="ru-RU" altLang="ru-RU" sz="2000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не </a:t>
            </a:r>
            <a:r>
              <a:rPr lang="ru-RU" altLang="ru-RU" sz="2000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користуєтеся</a:t>
            </a:r>
            <a:r>
              <a:rPr lang="ru-RU" altLang="ru-RU" sz="2000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ru-RU" altLang="ru-RU" sz="2000" b="1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Порада</a:t>
            </a:r>
            <a:r>
              <a:rPr lang="ru-RU" altLang="ru-RU" sz="2000" b="1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ru-RU" altLang="ru-RU" sz="2000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ru-RU" altLang="ru-RU" sz="2000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Ставтеся</a:t>
            </a:r>
            <a:r>
              <a:rPr lang="ru-RU" altLang="ru-RU" sz="2000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до </a:t>
            </a:r>
            <a:r>
              <a:rPr lang="ru-RU" altLang="ru-RU" sz="2000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своїх</a:t>
            </a:r>
            <a:r>
              <a:rPr lang="ru-RU" altLang="ru-RU" sz="2000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ru-RU" sz="2000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даних</a:t>
            </a:r>
            <a:r>
              <a:rPr lang="ru-RU" altLang="ru-RU" sz="2000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як до </a:t>
            </a:r>
            <a:r>
              <a:rPr lang="ru-RU" altLang="ru-RU" sz="2000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ключів</a:t>
            </a:r>
            <a:r>
              <a:rPr lang="ru-RU" altLang="ru-RU" sz="2000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ru-RU" sz="2000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від</a:t>
            </a:r>
            <a:r>
              <a:rPr lang="ru-RU" altLang="ru-RU" sz="2000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ru-RU" sz="2000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квартири</a:t>
            </a:r>
            <a:r>
              <a:rPr lang="ru-RU" altLang="ru-RU" sz="2000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— не давайте </a:t>
            </a:r>
            <a:r>
              <a:rPr lang="ru-RU" altLang="ru-RU" sz="2000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їх</a:t>
            </a:r>
            <a:r>
              <a:rPr lang="ru-RU" altLang="ru-RU" sz="2000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ru-RU" sz="2000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нікому</a:t>
            </a:r>
            <a:r>
              <a:rPr lang="ru-RU" altLang="ru-RU" sz="2000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кого не </a:t>
            </a:r>
            <a:r>
              <a:rPr lang="ru-RU" altLang="ru-RU" sz="2000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знаєте</a:t>
            </a:r>
            <a:r>
              <a:rPr lang="ru-RU" altLang="ru-RU" sz="2000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ru-RU" sz="2000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особисто</a:t>
            </a:r>
            <a:r>
              <a:rPr lang="ru-RU" altLang="ru-RU" sz="2000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alt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dirty="0" err="1"/>
              <a:t>Поведінка</a:t>
            </a:r>
            <a:r>
              <a:rPr dirty="0"/>
              <a:t> в </a:t>
            </a:r>
            <a:r>
              <a:rPr dirty="0" err="1"/>
              <a:t>інтернеті</a:t>
            </a:r>
            <a:endParaRPr dirty="0"/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3D50A22F-F4DE-4C3B-85FC-9534315EB823}"/>
              </a:ext>
            </a:extLst>
          </p:cNvPr>
          <p:cNvSpPr/>
          <p:nvPr/>
        </p:nvSpPr>
        <p:spPr>
          <a:xfrm>
            <a:off x="1079435" y="1719763"/>
            <a:ext cx="7633742" cy="50167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ru-RU" alt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ru-RU" altLang="ru-RU" sz="2000" b="1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Критичне</a:t>
            </a:r>
            <a:r>
              <a:rPr lang="ru-RU" altLang="ru-RU" sz="2000" b="1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ru-RU" sz="2000" b="1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мислення</a:t>
            </a:r>
            <a:r>
              <a:rPr lang="ru-RU" altLang="ru-RU" sz="2000" b="1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ru-RU" altLang="ru-RU" sz="2000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Не </a:t>
            </a:r>
            <a:r>
              <a:rPr lang="ru-RU" altLang="ru-RU" sz="2000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вірте</a:t>
            </a:r>
            <a:r>
              <a:rPr lang="ru-RU" altLang="ru-RU" sz="2000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ru-RU" sz="2000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всьому</a:t>
            </a:r>
            <a:r>
              <a:rPr lang="ru-RU" altLang="ru-RU" sz="2000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altLang="ru-RU" sz="2000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що</a:t>
            </a:r>
            <a:r>
              <a:rPr lang="ru-RU" altLang="ru-RU" sz="2000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ru-RU" sz="2000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бачите</a:t>
            </a:r>
            <a:r>
              <a:rPr lang="ru-RU" altLang="ru-RU" sz="2000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ru-RU" altLang="ru-RU" sz="2000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Перевіряйте</a:t>
            </a:r>
            <a:r>
              <a:rPr lang="ru-RU" altLang="ru-RU" sz="2000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ru-RU" sz="2000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шокуючі</a:t>
            </a:r>
            <a:r>
              <a:rPr lang="ru-RU" altLang="ru-RU" sz="2000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ru-RU" sz="2000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новини</a:t>
            </a:r>
            <a:r>
              <a:rPr lang="ru-RU" altLang="ru-RU" sz="2000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ru-RU" sz="2000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або</a:t>
            </a:r>
            <a:r>
              <a:rPr lang="ru-RU" altLang="ru-RU" sz="2000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«</a:t>
            </a:r>
            <a:r>
              <a:rPr lang="ru-RU" altLang="ru-RU" sz="2000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виграші</a:t>
            </a:r>
            <a:r>
              <a:rPr lang="ru-RU" altLang="ru-RU" sz="2000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» в </a:t>
            </a:r>
            <a:r>
              <a:rPr lang="ru-RU" altLang="ru-RU" sz="2000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офіційних</a:t>
            </a:r>
            <a:r>
              <a:rPr lang="ru-RU" altLang="ru-RU" sz="2000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ru-RU" sz="2000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джерелах</a:t>
            </a:r>
            <a:r>
              <a:rPr lang="ru-RU" altLang="ru-RU" sz="2000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0" algn="just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ru-RU" altLang="ru-RU" sz="2000" b="1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Цифровий</a:t>
            </a:r>
            <a:r>
              <a:rPr lang="ru-RU" altLang="ru-RU" sz="2000" b="1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ru-RU" sz="2000" b="1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слід</a:t>
            </a:r>
            <a:r>
              <a:rPr lang="ru-RU" altLang="ru-RU" sz="2000" b="1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ru-RU" altLang="ru-RU" sz="2000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ru-RU" altLang="ru-RU" sz="2000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Пам'ятайте</a:t>
            </a:r>
            <a:r>
              <a:rPr lang="ru-RU" altLang="ru-RU" sz="2000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altLang="ru-RU" sz="2000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що</a:t>
            </a:r>
            <a:r>
              <a:rPr lang="ru-RU" altLang="ru-RU" sz="2000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все </a:t>
            </a:r>
            <a:r>
              <a:rPr lang="ru-RU" altLang="ru-RU" sz="2000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завантажене</a:t>
            </a:r>
            <a:r>
              <a:rPr lang="ru-RU" altLang="ru-RU" sz="2000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в </a:t>
            </a:r>
            <a:r>
              <a:rPr lang="ru-RU" altLang="ru-RU" sz="2000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інтернет</a:t>
            </a:r>
            <a:r>
              <a:rPr lang="ru-RU" altLang="ru-RU" sz="2000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(фото, </a:t>
            </a:r>
            <a:r>
              <a:rPr lang="ru-RU" altLang="ru-RU" sz="2000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коментарі</a:t>
            </a:r>
            <a:r>
              <a:rPr lang="ru-RU" altLang="ru-RU" sz="2000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ru-RU" altLang="ru-RU" sz="2000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залишається</a:t>
            </a:r>
            <a:r>
              <a:rPr lang="ru-RU" altLang="ru-RU" sz="2000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там </a:t>
            </a:r>
            <a:r>
              <a:rPr lang="ru-RU" altLang="ru-RU" sz="2000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назавжди</a:t>
            </a:r>
            <a:r>
              <a:rPr lang="ru-RU" altLang="ru-RU" sz="2000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altLang="ru-RU" sz="2000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навіть</a:t>
            </a:r>
            <a:r>
              <a:rPr lang="ru-RU" altLang="ru-RU" sz="2000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ru-RU" sz="2000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після</a:t>
            </a:r>
            <a:r>
              <a:rPr lang="ru-RU" altLang="ru-RU" sz="2000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ru-RU" sz="2000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видалення</a:t>
            </a:r>
            <a:r>
              <a:rPr lang="ru-RU" altLang="ru-RU" sz="2000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0" algn="just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ru-RU" altLang="ru-RU" sz="2000" b="1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Культура </a:t>
            </a:r>
            <a:r>
              <a:rPr lang="ru-RU" altLang="ru-RU" sz="2000" b="1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спілкування</a:t>
            </a:r>
            <a:r>
              <a:rPr lang="ru-RU" altLang="ru-RU" sz="2000" b="1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ru-RU" altLang="ru-RU" sz="2000" b="1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Нетікет</a:t>
            </a:r>
            <a:r>
              <a:rPr lang="ru-RU" altLang="ru-RU" sz="2000" b="1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):</a:t>
            </a:r>
            <a:r>
              <a:rPr lang="ru-RU" altLang="ru-RU" sz="2000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Не </a:t>
            </a:r>
            <a:r>
              <a:rPr lang="ru-RU" altLang="ru-RU" sz="2000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беріть</a:t>
            </a:r>
            <a:r>
              <a:rPr lang="ru-RU" altLang="ru-RU" sz="2000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ru-RU" sz="2000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участі</a:t>
            </a:r>
            <a:r>
              <a:rPr lang="ru-RU" altLang="ru-RU" sz="2000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в </a:t>
            </a:r>
            <a:r>
              <a:rPr lang="ru-RU" altLang="ru-RU" sz="2000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кібербулінгу</a:t>
            </a:r>
            <a:r>
              <a:rPr lang="ru-RU" altLang="ru-RU" sz="2000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ru-RU" altLang="ru-RU" sz="2000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Ігноруйте</a:t>
            </a:r>
            <a:r>
              <a:rPr lang="ru-RU" altLang="ru-RU" sz="2000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ru-RU" sz="2000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тролів</a:t>
            </a:r>
            <a:r>
              <a:rPr lang="ru-RU" altLang="ru-RU" sz="2000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та </a:t>
            </a:r>
            <a:r>
              <a:rPr lang="ru-RU" altLang="ru-RU" sz="2000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хейтерів</a:t>
            </a:r>
            <a:r>
              <a:rPr lang="ru-RU" altLang="ru-RU" sz="2000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altLang="ru-RU" sz="2000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щоб</a:t>
            </a:r>
            <a:r>
              <a:rPr lang="ru-RU" altLang="ru-RU" sz="2000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не </a:t>
            </a:r>
            <a:r>
              <a:rPr lang="ru-RU" altLang="ru-RU" sz="2000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давати</a:t>
            </a:r>
            <a:r>
              <a:rPr lang="ru-RU" altLang="ru-RU" sz="2000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ru-RU" sz="2000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їм</a:t>
            </a:r>
            <a:r>
              <a:rPr lang="ru-RU" altLang="ru-RU" sz="2000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ru-RU" sz="2000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енергії</a:t>
            </a:r>
            <a:r>
              <a:rPr lang="ru-RU" altLang="ru-RU" sz="2000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0" algn="just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ru-RU" altLang="ru-RU" sz="2000" b="1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Пауза перед </a:t>
            </a:r>
            <a:r>
              <a:rPr lang="ru-RU" altLang="ru-RU" sz="2000" b="1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кліком</a:t>
            </a:r>
            <a:r>
              <a:rPr lang="ru-RU" altLang="ru-RU" sz="2000" b="1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ru-RU" altLang="ru-RU" sz="2000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ru-RU" altLang="ru-RU" sz="2000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Якщо</a:t>
            </a:r>
            <a:r>
              <a:rPr lang="ru-RU" altLang="ru-RU" sz="2000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ru-RU" sz="2000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повідомлення</a:t>
            </a:r>
            <a:r>
              <a:rPr lang="ru-RU" altLang="ru-RU" sz="2000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ru-RU" sz="2000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змушує</a:t>
            </a:r>
            <a:r>
              <a:rPr lang="ru-RU" altLang="ru-RU" sz="2000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вас </a:t>
            </a:r>
            <a:r>
              <a:rPr lang="ru-RU" altLang="ru-RU" sz="2000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панікувати</a:t>
            </a:r>
            <a:r>
              <a:rPr lang="ru-RU" altLang="ru-RU" sz="2000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ru-RU" sz="2000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або</a:t>
            </a:r>
            <a:r>
              <a:rPr lang="ru-RU" altLang="ru-RU" sz="2000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ru-RU" sz="2000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терміново</a:t>
            </a:r>
            <a:r>
              <a:rPr lang="ru-RU" altLang="ru-RU" sz="2000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ru-RU" sz="2000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щось</a:t>
            </a:r>
            <a:r>
              <a:rPr lang="ru-RU" altLang="ru-RU" sz="2000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ru-RU" sz="2000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натиснути</a:t>
            </a:r>
            <a:r>
              <a:rPr lang="ru-RU" altLang="ru-RU" sz="2000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— </a:t>
            </a:r>
            <a:r>
              <a:rPr lang="ru-RU" altLang="ru-RU" sz="2000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це</a:t>
            </a:r>
            <a:r>
              <a:rPr lang="ru-RU" altLang="ru-RU" sz="2000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ru-RU" sz="2000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ознака</a:t>
            </a:r>
            <a:r>
              <a:rPr lang="ru-RU" altLang="ru-RU" sz="2000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ru-RU" sz="2000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маніпуляції</a:t>
            </a:r>
            <a:r>
              <a:rPr lang="ru-RU" altLang="ru-RU" sz="2000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ru-RU" altLang="ru-RU" sz="2000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Зупиніться</a:t>
            </a:r>
            <a:r>
              <a:rPr lang="ru-RU" altLang="ru-RU" sz="2000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на </a:t>
            </a:r>
            <a:r>
              <a:rPr lang="ru-RU" altLang="ru-RU" sz="2000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хвилину</a:t>
            </a:r>
            <a:r>
              <a:rPr lang="ru-RU" altLang="ru-RU" sz="2000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0" algn="just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ru-RU" altLang="ru-RU" sz="2000" b="1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Вихід</a:t>
            </a:r>
            <a:r>
              <a:rPr lang="ru-RU" altLang="ru-RU" sz="2000" b="1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з </a:t>
            </a:r>
            <a:r>
              <a:rPr lang="ru-RU" altLang="ru-RU" sz="2000" b="1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акаунтів</a:t>
            </a:r>
            <a:r>
              <a:rPr lang="ru-RU" altLang="ru-RU" sz="2000" b="1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ru-RU" altLang="ru-RU" sz="2000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ru-RU" altLang="ru-RU" sz="2000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Завжди</a:t>
            </a:r>
            <a:r>
              <a:rPr lang="ru-RU" altLang="ru-RU" sz="2000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ru-RU" sz="2000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виходьте</a:t>
            </a:r>
            <a:r>
              <a:rPr lang="ru-RU" altLang="ru-RU" sz="2000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ru-RU" sz="2000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зі</a:t>
            </a:r>
            <a:r>
              <a:rPr lang="ru-RU" altLang="ru-RU" sz="2000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ru-RU" sz="2000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своїх</a:t>
            </a:r>
            <a:r>
              <a:rPr lang="ru-RU" altLang="ru-RU" sz="2000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ru-RU" sz="2000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профілів</a:t>
            </a:r>
            <a:r>
              <a:rPr lang="ru-RU" altLang="ru-RU" sz="2000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altLang="ru-RU" sz="2000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якщо</a:t>
            </a:r>
            <a:r>
              <a:rPr lang="ru-RU" altLang="ru-RU" sz="2000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ru-RU" sz="2000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користуєтеся</a:t>
            </a:r>
            <a:r>
              <a:rPr lang="ru-RU" altLang="ru-RU" sz="2000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чужим </a:t>
            </a:r>
            <a:r>
              <a:rPr lang="ru-RU" altLang="ru-RU" sz="2000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комп'ютером</a:t>
            </a:r>
            <a:r>
              <a:rPr lang="ru-RU" altLang="ru-RU" sz="2000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ru-RU" sz="2000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або</a:t>
            </a:r>
            <a:r>
              <a:rPr lang="ru-RU" altLang="ru-RU" sz="2000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ru-RU" sz="2000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публічним</a:t>
            </a:r>
            <a:r>
              <a:rPr lang="ru-RU" altLang="ru-RU" sz="2000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ru-RU" sz="2000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Wi-Fi</a:t>
            </a:r>
            <a:r>
              <a:rPr lang="ru-RU" altLang="ru-RU" sz="2000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0" algn="just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ru-RU" altLang="ru-RU" sz="2000" b="1" dirty="0">
              <a:solidFill>
                <a:srgbClr val="0A0A0A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ru-RU" altLang="ru-RU" sz="2000" b="1" dirty="0">
              <a:solidFill>
                <a:srgbClr val="0A0A0A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ru-RU" altLang="ru-RU" sz="2000" b="1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Важлива</a:t>
            </a:r>
            <a:r>
              <a:rPr lang="ru-RU" altLang="ru-RU" sz="2000" b="1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ru-RU" sz="2000" b="1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порада</a:t>
            </a:r>
            <a:r>
              <a:rPr lang="ru-RU" altLang="ru-RU" sz="2000" b="1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ru-RU" altLang="ru-RU" sz="2000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ru-RU" altLang="ru-RU" sz="2000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Поводьтеся</a:t>
            </a:r>
            <a:r>
              <a:rPr lang="ru-RU" altLang="ru-RU" sz="2000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в </a:t>
            </a:r>
            <a:r>
              <a:rPr lang="ru-RU" altLang="ru-RU" sz="2000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онлайні</a:t>
            </a:r>
            <a:r>
              <a:rPr lang="ru-RU" altLang="ru-RU" sz="2000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так само </a:t>
            </a:r>
            <a:r>
              <a:rPr lang="ru-RU" altLang="ru-RU" sz="2000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обережно</a:t>
            </a:r>
            <a:r>
              <a:rPr lang="ru-RU" altLang="ru-RU" sz="2000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як і на </a:t>
            </a:r>
            <a:r>
              <a:rPr lang="ru-RU" altLang="ru-RU" sz="2000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реальній</a:t>
            </a:r>
            <a:r>
              <a:rPr lang="ru-RU" altLang="ru-RU" sz="2000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ru-RU" sz="2000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вулиці</a:t>
            </a:r>
            <a:r>
              <a:rPr lang="ru-RU" altLang="ru-RU" sz="2000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з </a:t>
            </a:r>
            <a:r>
              <a:rPr lang="ru-RU" altLang="ru-RU" sz="2000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незнайомцями</a:t>
            </a:r>
            <a:r>
              <a:rPr lang="ru-RU" altLang="ru-RU" sz="2000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alt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uk-UA" b="1" dirty="0"/>
              <a:t>Правила безпеки під час роботи в Інтернеті 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38758" y="1997612"/>
            <a:ext cx="7633742" cy="4586068"/>
          </a:xfrm>
        </p:spPr>
        <p:txBody>
          <a:bodyPr>
            <a:noAutofit/>
          </a:bodyPr>
          <a:lstStyle/>
          <a:p>
            <a:pPr algn="just"/>
            <a:r>
              <a:rPr lang="uk-UA" sz="16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Не друкуйте особисті дані своєї родини на незнайомих сайтах. </a:t>
            </a:r>
          </a:p>
          <a:p>
            <a:pPr algn="just"/>
            <a:r>
              <a:rPr lang="uk-UA" sz="16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Не розповідайте про статки своєї родини під час роботи у чаті, контактах. </a:t>
            </a:r>
          </a:p>
          <a:p>
            <a:pPr algn="just"/>
            <a:r>
              <a:rPr lang="uk-UA" sz="16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Код кредитної картки не може бути ключем до будь-яких програм. </a:t>
            </a:r>
          </a:p>
          <a:p>
            <a:pPr algn="just"/>
            <a:r>
              <a:rPr lang="uk-UA" sz="16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Нікому не </a:t>
            </a:r>
            <a:r>
              <a:rPr lang="uk-UA" sz="16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роздавайте</a:t>
            </a:r>
            <a:r>
              <a:rPr lang="uk-UA" sz="16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свої паролі.</a:t>
            </a:r>
          </a:p>
          <a:p>
            <a:pPr algn="just"/>
            <a:r>
              <a:rPr lang="uk-UA" sz="16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Не спілкуйтеся в Інтернеті з незнайомими людьми – ви не знаєте, хто знаходиться по той бік екрану. </a:t>
            </a:r>
          </a:p>
          <a:p>
            <a:pPr algn="just"/>
            <a:r>
              <a:rPr lang="uk-UA" sz="16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Не поспішайте користуватися безкоштовними пропозиціями – ви можете встановити шкідливе програмне забезпечення. </a:t>
            </a:r>
          </a:p>
          <a:p>
            <a:pPr algn="just"/>
            <a:r>
              <a:rPr lang="uk-UA" sz="16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Не користуйтесь носіями інформації і програмним забезпеченням сумнівного походження. </a:t>
            </a:r>
          </a:p>
          <a:p>
            <a:pPr algn="just"/>
            <a:r>
              <a:rPr lang="uk-UA" sz="16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Ніколи не відкривайте листи, які з'явилися у вашій електронній </a:t>
            </a:r>
            <a:r>
              <a:rPr lang="uk-UA" sz="16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скринці</a:t>
            </a:r>
            <a:r>
              <a:rPr lang="uk-UA" sz="16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якщо ви не можете визначити відправника. Будьте уважні, коли працюєте в Інтернеті – звертайте увагу на англомовні повідомлення для відвідувачів сайтів. </a:t>
            </a:r>
          </a:p>
          <a:p>
            <a:pPr marL="0" indent="0">
              <a:buNone/>
            </a:pP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2" descr="C:\Documents and Settings\КНР\Рабочий стол\images (4).jpg">
            <a:extLst>
              <a:ext uri="{FF2B5EF4-FFF2-40B4-BE49-F238E27FC236}">
                <a16:creationId xmlns:a16="http://schemas.microsoft.com/office/drawing/2014/main" id="{9DD6C7C1-E708-4F64-AF8A-6FAD62617E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371112" y="5978769"/>
            <a:ext cx="1415711" cy="879231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5249" y="112542"/>
            <a:ext cx="7897251" cy="6745457"/>
          </a:xfrm>
        </p:spPr>
        <p:txBody>
          <a:bodyPr>
            <a:noAutofit/>
          </a:bodyPr>
          <a:lstStyle/>
          <a:p>
            <a:pPr marL="0" lvl="0" indent="0" algn="ctr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ru-RU" altLang="ru-RU" sz="1600" b="1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ПАМ’ЯТКА: ТВОЯ ЦИФРОВА БЕЗПЕКА</a:t>
            </a:r>
          </a:p>
          <a:p>
            <a:pPr marL="0" lvl="0" indent="0" algn="ctr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endParaRPr lang="ru-RU" altLang="ru-RU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just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ru-RU" altLang="ru-RU" sz="1600" b="1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ru-RU" altLang="ru-RU" sz="1600" b="1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Захист</a:t>
            </a:r>
            <a:r>
              <a:rPr lang="ru-RU" altLang="ru-RU" sz="1600" b="1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ru-RU" sz="1600" b="1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акаунтів</a:t>
            </a:r>
            <a:r>
              <a:rPr lang="ru-RU" altLang="ru-RU" sz="1600" b="1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(Твоя </a:t>
            </a:r>
            <a:r>
              <a:rPr lang="ru-RU" altLang="ru-RU" sz="1600" b="1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фортеця</a:t>
            </a:r>
            <a:r>
              <a:rPr lang="ru-RU" altLang="ru-RU" sz="1600" b="1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ru-RU" altLang="ru-RU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just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ru-RU" altLang="ru-RU" sz="1600" b="1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Двофакторна</a:t>
            </a:r>
            <a:r>
              <a:rPr lang="ru-RU" altLang="ru-RU" sz="1600" b="1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ru-RU" sz="1600" b="1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автентифікація</a:t>
            </a:r>
            <a:r>
              <a:rPr lang="ru-RU" altLang="ru-RU" sz="1600" b="1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(2FA):</a:t>
            </a:r>
            <a:r>
              <a:rPr lang="ru-RU" altLang="ru-RU" sz="1600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ru-RU" altLang="ru-RU" sz="1600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Увімкни</a:t>
            </a:r>
            <a:r>
              <a:rPr lang="ru-RU" altLang="ru-RU" sz="1600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ru-RU" sz="1600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її</a:t>
            </a:r>
            <a:r>
              <a:rPr lang="ru-RU" altLang="ru-RU" sz="1600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ru-RU" sz="1600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всюди</a:t>
            </a:r>
            <a:r>
              <a:rPr lang="ru-RU" altLang="ru-RU" sz="1600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(Telegram, </a:t>
            </a:r>
            <a:r>
              <a:rPr lang="ru-RU" altLang="ru-RU" sz="1600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Google</a:t>
            </a:r>
            <a:r>
              <a:rPr lang="ru-RU" altLang="ru-RU" sz="1600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altLang="ru-RU" sz="1600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Instagram</a:t>
            </a:r>
            <a:r>
              <a:rPr lang="ru-RU" altLang="ru-RU" sz="1600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). </a:t>
            </a:r>
            <a:r>
              <a:rPr lang="ru-RU" altLang="ru-RU" sz="1600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Це</a:t>
            </a:r>
            <a:r>
              <a:rPr lang="ru-RU" altLang="ru-RU" sz="1600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ru-RU" sz="1600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другий</a:t>
            </a:r>
            <a:r>
              <a:rPr lang="ru-RU" altLang="ru-RU" sz="1600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замок </a:t>
            </a:r>
            <a:r>
              <a:rPr lang="ru-RU" altLang="ru-RU" sz="1600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після</a:t>
            </a:r>
            <a:r>
              <a:rPr lang="ru-RU" altLang="ru-RU" sz="1600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пароля.</a:t>
            </a:r>
          </a:p>
          <a:p>
            <a:pPr marL="0" lvl="0" indent="0" algn="just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ru-RU" altLang="ru-RU" sz="1600" b="1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Унікальні</a:t>
            </a:r>
            <a:r>
              <a:rPr lang="ru-RU" altLang="ru-RU" sz="1600" b="1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ru-RU" sz="1600" b="1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паролі</a:t>
            </a:r>
            <a:r>
              <a:rPr lang="ru-RU" altLang="ru-RU" sz="1600" b="1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ru-RU" altLang="ru-RU" sz="1600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Не </a:t>
            </a:r>
            <a:r>
              <a:rPr lang="ru-RU" altLang="ru-RU" sz="1600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використовуй</a:t>
            </a:r>
            <a:r>
              <a:rPr lang="ru-RU" altLang="ru-RU" sz="1600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один пароль для </a:t>
            </a:r>
            <a:r>
              <a:rPr lang="ru-RU" altLang="ru-RU" sz="1600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всього</a:t>
            </a:r>
            <a:r>
              <a:rPr lang="ru-RU" altLang="ru-RU" sz="1600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ru-RU" altLang="ru-RU" sz="1600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Створюй</a:t>
            </a:r>
            <a:r>
              <a:rPr lang="ru-RU" altLang="ru-RU" sz="1600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ru-RU" sz="1600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складні</a:t>
            </a:r>
            <a:r>
              <a:rPr lang="ru-RU" altLang="ru-RU" sz="1600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ru-RU" sz="1600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комбінації</a:t>
            </a:r>
            <a:r>
              <a:rPr lang="ru-RU" altLang="ru-RU" sz="1600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ru-RU" altLang="ru-RU" sz="1600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літери</a:t>
            </a:r>
            <a:r>
              <a:rPr lang="ru-RU" altLang="ru-RU" sz="1600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altLang="ru-RU" sz="1600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цифри</a:t>
            </a:r>
            <a:r>
              <a:rPr lang="ru-RU" altLang="ru-RU" sz="1600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altLang="ru-RU" sz="1600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символи</a:t>
            </a:r>
            <a:r>
              <a:rPr lang="ru-RU" altLang="ru-RU" sz="1600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pPr marL="0" lvl="0" indent="0" algn="just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endParaRPr lang="ru-RU" altLang="ru-RU" sz="1600" dirty="0">
              <a:solidFill>
                <a:srgbClr val="0A0A0A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just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ru-RU" altLang="ru-RU" sz="1600" b="1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ru-RU" altLang="ru-RU" sz="1600" b="1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Особисті</a:t>
            </a:r>
            <a:r>
              <a:rPr lang="ru-RU" altLang="ru-RU" sz="1600" b="1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ru-RU" sz="1600" b="1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дані</a:t>
            </a:r>
            <a:r>
              <a:rPr lang="ru-RU" altLang="ru-RU" sz="1600" b="1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ru-RU" altLang="ru-RU" sz="1600" b="1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Твої</a:t>
            </a:r>
            <a:r>
              <a:rPr lang="ru-RU" altLang="ru-RU" sz="1600" b="1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ru-RU" sz="1600" b="1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ключі</a:t>
            </a:r>
            <a:r>
              <a:rPr lang="ru-RU" altLang="ru-RU" sz="1600" b="1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ru-RU" altLang="ru-RU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just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ru-RU" altLang="ru-RU" sz="1600" b="1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Не </a:t>
            </a:r>
            <a:r>
              <a:rPr lang="ru-RU" altLang="ru-RU" sz="1600" b="1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розголошуй</a:t>
            </a:r>
            <a:r>
              <a:rPr lang="ru-RU" altLang="ru-RU" sz="1600" b="1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ru-RU" altLang="ru-RU" sz="1600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Номер телефону, </a:t>
            </a:r>
            <a:r>
              <a:rPr lang="ru-RU" altLang="ru-RU" sz="1600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домашню</a:t>
            </a:r>
            <a:r>
              <a:rPr lang="ru-RU" altLang="ru-RU" sz="1600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адресу та ПІБ </a:t>
            </a:r>
            <a:r>
              <a:rPr lang="ru-RU" altLang="ru-RU" sz="1600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тримай</a:t>
            </a:r>
            <a:r>
              <a:rPr lang="ru-RU" altLang="ru-RU" sz="1600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у приватному </a:t>
            </a:r>
            <a:r>
              <a:rPr lang="ru-RU" altLang="ru-RU" sz="1600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доступі</a:t>
            </a:r>
            <a:r>
              <a:rPr lang="ru-RU" altLang="ru-RU" sz="1600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lvl="0" indent="0" algn="just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ru-RU" altLang="ru-RU" sz="1600" b="1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Банківська</a:t>
            </a:r>
            <a:r>
              <a:rPr lang="ru-RU" altLang="ru-RU" sz="1600" b="1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ru-RU" sz="1600" b="1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таємниця</a:t>
            </a:r>
            <a:r>
              <a:rPr lang="ru-RU" altLang="ru-RU" sz="1600" b="1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ru-RU" altLang="ru-RU" sz="1600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ru-RU" altLang="ru-RU" sz="1600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Нікому</a:t>
            </a:r>
            <a:r>
              <a:rPr lang="ru-RU" altLang="ru-RU" sz="1600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не кажи PIN-код, CVV (три </a:t>
            </a:r>
            <a:r>
              <a:rPr lang="ru-RU" altLang="ru-RU" sz="1600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цифри</a:t>
            </a:r>
            <a:r>
              <a:rPr lang="ru-RU" altLang="ru-RU" sz="1600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ru-RU" sz="1600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ззаду</a:t>
            </a:r>
            <a:r>
              <a:rPr lang="ru-RU" altLang="ru-RU" sz="1600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та </a:t>
            </a:r>
            <a:r>
              <a:rPr lang="ru-RU" altLang="ru-RU" sz="1600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коди</a:t>
            </a:r>
            <a:r>
              <a:rPr lang="ru-RU" altLang="ru-RU" sz="1600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з SMS </a:t>
            </a:r>
            <a:r>
              <a:rPr lang="ru-RU" altLang="ru-RU" sz="1600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від</a:t>
            </a:r>
            <a:r>
              <a:rPr lang="ru-RU" altLang="ru-RU" sz="1600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банку.</a:t>
            </a:r>
          </a:p>
          <a:p>
            <a:pPr marL="0" lvl="0" indent="0" algn="just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ru-RU" altLang="ru-RU" sz="1600" b="1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Цифровий</a:t>
            </a:r>
            <a:r>
              <a:rPr lang="ru-RU" altLang="ru-RU" sz="1600" b="1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ru-RU" sz="1600" b="1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слід</a:t>
            </a:r>
            <a:r>
              <a:rPr lang="ru-RU" altLang="ru-RU" sz="1600" b="1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ru-RU" altLang="ru-RU" sz="1600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ru-RU" altLang="ru-RU" sz="1600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Пам’ятай</a:t>
            </a:r>
            <a:r>
              <a:rPr lang="ru-RU" altLang="ru-RU" sz="1600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altLang="ru-RU" sz="1600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що</a:t>
            </a:r>
            <a:r>
              <a:rPr lang="ru-RU" altLang="ru-RU" sz="1600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ru-RU" sz="1600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видалене</a:t>
            </a:r>
            <a:r>
              <a:rPr lang="ru-RU" altLang="ru-RU" sz="1600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фото </a:t>
            </a:r>
            <a:r>
              <a:rPr lang="ru-RU" altLang="ru-RU" sz="1600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чи</a:t>
            </a:r>
            <a:r>
              <a:rPr lang="ru-RU" altLang="ru-RU" sz="1600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ru-RU" sz="1600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коментар</a:t>
            </a:r>
            <a:r>
              <a:rPr lang="ru-RU" altLang="ru-RU" sz="1600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ru-RU" sz="1600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можуть</a:t>
            </a:r>
            <a:r>
              <a:rPr lang="ru-RU" altLang="ru-RU" sz="1600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ru-RU" sz="1600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залишитися</a:t>
            </a:r>
            <a:r>
              <a:rPr lang="ru-RU" altLang="ru-RU" sz="1600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в </a:t>
            </a:r>
            <a:r>
              <a:rPr lang="ru-RU" altLang="ru-RU" sz="1600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мережі</a:t>
            </a:r>
            <a:r>
              <a:rPr lang="ru-RU" altLang="ru-RU" sz="1600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ru-RU" sz="1600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назавжди</a:t>
            </a:r>
            <a:r>
              <a:rPr lang="ru-RU" altLang="ru-RU" sz="1600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lvl="0" indent="0" algn="just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endParaRPr lang="ru-RU" altLang="ru-RU" sz="1600" dirty="0">
              <a:solidFill>
                <a:srgbClr val="0A0A0A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just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ru-RU" altLang="ru-RU" sz="1600" b="1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lang="ru-RU" altLang="ru-RU" sz="1600" b="1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Безпечне</a:t>
            </a:r>
            <a:r>
              <a:rPr lang="ru-RU" altLang="ru-RU" sz="1600" b="1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ru-RU" sz="1600" b="1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користування</a:t>
            </a:r>
            <a:r>
              <a:rPr lang="ru-RU" altLang="ru-RU" sz="1600" b="1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(Твоя </a:t>
            </a:r>
            <a:r>
              <a:rPr lang="ru-RU" altLang="ru-RU" sz="1600" b="1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пильність</a:t>
            </a:r>
            <a:r>
              <a:rPr lang="ru-RU" altLang="ru-RU" sz="1600" b="1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ru-RU" altLang="ru-RU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just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ru-RU" altLang="ru-RU" sz="1600" b="1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Гігієна</a:t>
            </a:r>
            <a:r>
              <a:rPr lang="ru-RU" altLang="ru-RU" sz="1600" b="1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ru-RU" sz="1600" b="1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посилань</a:t>
            </a:r>
            <a:r>
              <a:rPr lang="ru-RU" altLang="ru-RU" sz="1600" b="1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ru-RU" altLang="ru-RU" sz="1600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Не </a:t>
            </a:r>
            <a:r>
              <a:rPr lang="ru-RU" altLang="ru-RU" sz="1600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переходь</a:t>
            </a:r>
            <a:r>
              <a:rPr lang="ru-RU" altLang="ru-RU" sz="1600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за </a:t>
            </a:r>
            <a:r>
              <a:rPr lang="ru-RU" altLang="ru-RU" sz="1600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лінками</a:t>
            </a:r>
            <a:r>
              <a:rPr lang="ru-RU" altLang="ru-RU" sz="1600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ru-RU" sz="1600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від</a:t>
            </a:r>
            <a:r>
              <a:rPr lang="ru-RU" altLang="ru-RU" sz="1600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ru-RU" sz="1600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незнайомців</a:t>
            </a:r>
            <a:r>
              <a:rPr lang="ru-RU" altLang="ru-RU" sz="1600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ru-RU" altLang="ru-RU" sz="1600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Завжди</a:t>
            </a:r>
            <a:r>
              <a:rPr lang="ru-RU" altLang="ru-RU" sz="1600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ru-RU" sz="1600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перевіряй</a:t>
            </a:r>
            <a:r>
              <a:rPr lang="ru-RU" altLang="ru-RU" sz="1600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адресу сайту (</a:t>
            </a:r>
            <a:r>
              <a:rPr lang="ru-RU" altLang="ru-RU" sz="1600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чи</a:t>
            </a:r>
            <a:r>
              <a:rPr lang="ru-RU" altLang="ru-RU" sz="1600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ru-RU" sz="1600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немає</a:t>
            </a:r>
            <a:r>
              <a:rPr lang="ru-RU" altLang="ru-RU" sz="1600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ru-RU" sz="1600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зайвих</a:t>
            </a:r>
            <a:r>
              <a:rPr lang="ru-RU" altLang="ru-RU" sz="1600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ru-RU" sz="1600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літер</a:t>
            </a:r>
            <a:r>
              <a:rPr lang="ru-RU" altLang="ru-RU" sz="1600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pPr marL="0" lvl="0" indent="0" algn="just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ru-RU" altLang="ru-RU" sz="1600" b="1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Стоп файлам:</a:t>
            </a:r>
            <a:r>
              <a:rPr lang="ru-RU" altLang="ru-RU" sz="1600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Не </a:t>
            </a:r>
            <a:r>
              <a:rPr lang="ru-RU" altLang="ru-RU" sz="1600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відкривай</a:t>
            </a:r>
            <a:r>
              <a:rPr lang="ru-RU" altLang="ru-RU" sz="1600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ru-RU" sz="1600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вкладення</a:t>
            </a:r>
            <a:r>
              <a:rPr lang="ru-RU" altLang="ru-RU" sz="1600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у листах </a:t>
            </a:r>
            <a:r>
              <a:rPr lang="ru-RU" altLang="ru-RU" sz="1600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від</a:t>
            </a:r>
            <a:r>
              <a:rPr lang="ru-RU" altLang="ru-RU" sz="1600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ru-RU" sz="1600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невідомих</a:t>
            </a:r>
            <a:r>
              <a:rPr lang="ru-RU" altLang="ru-RU" sz="1600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ru-RU" sz="1600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відправників</a:t>
            </a:r>
            <a:r>
              <a:rPr lang="ru-RU" altLang="ru-RU" sz="1600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— там </a:t>
            </a:r>
            <a:r>
              <a:rPr lang="ru-RU" altLang="ru-RU" sz="1600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можуть</a:t>
            </a:r>
            <a:r>
              <a:rPr lang="ru-RU" altLang="ru-RU" sz="1600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бути </a:t>
            </a:r>
            <a:r>
              <a:rPr lang="ru-RU" altLang="ru-RU" sz="1600" b="1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віруси</a:t>
            </a:r>
            <a:r>
              <a:rPr lang="ru-RU" altLang="ru-RU" sz="1600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lvl="0" indent="0" algn="just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ru-RU" altLang="ru-RU" sz="1600" b="1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Критичне</a:t>
            </a:r>
            <a:r>
              <a:rPr lang="ru-RU" altLang="ru-RU" sz="1600" b="1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ru-RU" sz="1600" b="1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мислення</a:t>
            </a:r>
            <a:r>
              <a:rPr lang="ru-RU" altLang="ru-RU" sz="1600" b="1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ru-RU" altLang="ru-RU" sz="1600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ru-RU" altLang="ru-RU" sz="1600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Якщо</a:t>
            </a:r>
            <a:r>
              <a:rPr lang="ru-RU" altLang="ru-RU" sz="1600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тебе </a:t>
            </a:r>
            <a:r>
              <a:rPr lang="ru-RU" altLang="ru-RU" sz="1600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лякають</a:t>
            </a:r>
            <a:r>
              <a:rPr lang="ru-RU" altLang="ru-RU" sz="1600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ru-RU" sz="1600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блокуванням</a:t>
            </a:r>
            <a:r>
              <a:rPr lang="ru-RU" altLang="ru-RU" sz="1600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ru-RU" sz="1600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або</a:t>
            </a:r>
            <a:r>
              <a:rPr lang="ru-RU" altLang="ru-RU" sz="1600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ru-RU" sz="1600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обіцяють</a:t>
            </a:r>
            <a:r>
              <a:rPr lang="ru-RU" altLang="ru-RU" sz="1600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ru-RU" sz="1600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легкі</a:t>
            </a:r>
            <a:r>
              <a:rPr lang="ru-RU" altLang="ru-RU" sz="1600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ru-RU" sz="1600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гроші</a:t>
            </a:r>
            <a:r>
              <a:rPr lang="ru-RU" altLang="ru-RU" sz="1600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— </a:t>
            </a:r>
            <a:r>
              <a:rPr lang="ru-RU" altLang="ru-RU" sz="1600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це</a:t>
            </a:r>
            <a:r>
              <a:rPr lang="ru-RU" altLang="ru-RU" sz="1600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ru-RU" altLang="ru-RU" sz="1600" b="1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соціальна</a:t>
            </a:r>
            <a:r>
              <a:rPr lang="ru-RU" altLang="ru-RU" sz="1600" b="1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ru-RU" sz="1600" b="1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інженерія</a:t>
            </a:r>
            <a:r>
              <a:rPr lang="ru-RU" altLang="ru-RU" sz="1600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lvl="0" indent="0" algn="just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ru-RU" altLang="ru-RU" sz="1600" b="1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 </a:t>
            </a:r>
            <a:r>
              <a:rPr lang="ru-RU" altLang="ru-RU" sz="1600" b="1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Поведінка</a:t>
            </a:r>
            <a:r>
              <a:rPr lang="ru-RU" altLang="ru-RU" sz="1600" b="1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та </a:t>
            </a:r>
            <a:r>
              <a:rPr lang="ru-RU" altLang="ru-RU" sz="1600" b="1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етика</a:t>
            </a:r>
            <a:r>
              <a:rPr lang="ru-RU" altLang="ru-RU" sz="1600" b="1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ru-RU" altLang="ru-RU" sz="1600" b="1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Твій</a:t>
            </a:r>
            <a:r>
              <a:rPr lang="ru-RU" altLang="ru-RU" sz="1600" b="1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комфорт)</a:t>
            </a:r>
            <a:endParaRPr lang="ru-RU" altLang="ru-RU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just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ru-RU" altLang="ru-RU" sz="1600" b="1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Ні</a:t>
            </a:r>
            <a:r>
              <a:rPr lang="ru-RU" altLang="ru-RU" sz="1600" b="1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ru-RU" sz="1600" b="1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кібербулінгу</a:t>
            </a:r>
            <a:r>
              <a:rPr lang="ru-RU" altLang="ru-RU" sz="1600" b="1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ru-RU" altLang="ru-RU" sz="1600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Не </a:t>
            </a:r>
            <a:r>
              <a:rPr lang="ru-RU" altLang="ru-RU" sz="1600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підтримуй</a:t>
            </a:r>
            <a:r>
              <a:rPr lang="ru-RU" altLang="ru-RU" sz="1600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ru-RU" sz="1600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цькування</a:t>
            </a:r>
            <a:r>
              <a:rPr lang="ru-RU" altLang="ru-RU" sz="1600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ru-RU" altLang="ru-RU" sz="1600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Блокуй</a:t>
            </a:r>
            <a:r>
              <a:rPr lang="ru-RU" altLang="ru-RU" sz="1600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ru-RU" sz="1600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агресорів</a:t>
            </a:r>
            <a:r>
              <a:rPr lang="ru-RU" altLang="ru-RU" sz="1600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ru-RU" sz="1600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одразу</a:t>
            </a:r>
            <a:r>
              <a:rPr lang="ru-RU" altLang="ru-RU" sz="1600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lvl="0" indent="0" algn="just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ru-RU" altLang="ru-RU" sz="1600" b="1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Пауза перед </a:t>
            </a:r>
            <a:r>
              <a:rPr lang="ru-RU" altLang="ru-RU" sz="1600" b="1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кліком</a:t>
            </a:r>
            <a:r>
              <a:rPr lang="ru-RU" altLang="ru-RU" sz="1600" b="1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ru-RU" altLang="ru-RU" sz="1600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ru-RU" altLang="ru-RU" sz="1600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Якщо</a:t>
            </a:r>
            <a:r>
              <a:rPr lang="ru-RU" altLang="ru-RU" sz="1600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ru-RU" sz="1600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інформація</a:t>
            </a:r>
            <a:r>
              <a:rPr lang="ru-RU" altLang="ru-RU" sz="1600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ru-RU" sz="1600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викликає</a:t>
            </a:r>
            <a:r>
              <a:rPr lang="ru-RU" altLang="ru-RU" sz="1600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ru-RU" sz="1600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сильні</a:t>
            </a:r>
            <a:r>
              <a:rPr lang="ru-RU" altLang="ru-RU" sz="1600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ru-RU" sz="1600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емоції</a:t>
            </a:r>
            <a:r>
              <a:rPr lang="ru-RU" altLang="ru-RU" sz="1600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ru-RU" altLang="ru-RU" sz="1600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паніку</a:t>
            </a:r>
            <a:r>
              <a:rPr lang="ru-RU" altLang="ru-RU" sz="1600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ru-RU" sz="1600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чи</a:t>
            </a:r>
            <a:r>
              <a:rPr lang="ru-RU" altLang="ru-RU" sz="1600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ru-RU" sz="1600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радість</a:t>
            </a:r>
            <a:r>
              <a:rPr lang="ru-RU" altLang="ru-RU" sz="1600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— </a:t>
            </a:r>
            <a:r>
              <a:rPr lang="ru-RU" altLang="ru-RU" sz="1600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зупинись</a:t>
            </a:r>
            <a:r>
              <a:rPr lang="ru-RU" altLang="ru-RU" sz="1600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і </a:t>
            </a:r>
            <a:r>
              <a:rPr lang="ru-RU" altLang="ru-RU" sz="1600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перевір</a:t>
            </a:r>
            <a:r>
              <a:rPr lang="ru-RU" altLang="ru-RU" sz="1600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ru-RU" sz="1600" dirty="0" err="1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її</a:t>
            </a:r>
            <a:r>
              <a:rPr lang="ru-RU" altLang="ru-RU" sz="1600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 algn="just">
              <a:buNone/>
            </a:pP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55129" y="1216858"/>
            <a:ext cx="7633742" cy="3593591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sz="4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Кібербезпека</a:t>
            </a:r>
            <a:r>
              <a:rPr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— </a:t>
            </a:r>
            <a:r>
              <a:rPr sz="4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це</a:t>
            </a:r>
            <a:r>
              <a:rPr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твоя</a:t>
            </a:r>
            <a:r>
              <a:rPr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відповідальність</a:t>
            </a:r>
            <a:r>
              <a:rPr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!</a:t>
            </a:r>
          </a:p>
        </p:txBody>
      </p:sp>
      <p:pic>
        <p:nvPicPr>
          <p:cNvPr id="4" name="Picture 2" descr="C:\Documents and Settings\КНР\Рабочий стол\images (2).jpg">
            <a:extLst>
              <a:ext uri="{FF2B5EF4-FFF2-40B4-BE49-F238E27FC236}">
                <a16:creationId xmlns:a16="http://schemas.microsoft.com/office/drawing/2014/main" id="{9EEE2182-9183-4484-8162-557D64EE93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117437" y="3247157"/>
            <a:ext cx="4543365" cy="3329489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Эмблема">
  <a:themeElements>
    <a:clrScheme name="Эмблема">
      <a:dk1>
        <a:sysClr val="windowText" lastClr="000000"/>
      </a:dk1>
      <a:lt1>
        <a:sysClr val="window" lastClr="FFFFFF"/>
      </a:lt1>
      <a:dk2>
        <a:srgbClr val="0B082E"/>
      </a:dk2>
      <a:lt2>
        <a:srgbClr val="F3F3F2"/>
      </a:lt2>
      <a:accent1>
        <a:srgbClr val="62B4C6"/>
      </a:accent1>
      <a:accent2>
        <a:srgbClr val="1B376E"/>
      </a:accent2>
      <a:accent3>
        <a:srgbClr val="9EBE55"/>
      </a:accent3>
      <a:accent4>
        <a:srgbClr val="C65E5E"/>
      </a:accent4>
      <a:accent5>
        <a:srgbClr val="D3BA55"/>
      </a:accent5>
      <a:accent6>
        <a:srgbClr val="96648A"/>
      </a:accent6>
      <a:hlink>
        <a:srgbClr val="62B4C6"/>
      </a:hlink>
      <a:folHlink>
        <a:srgbClr val="96648A"/>
      </a:folHlink>
    </a:clrScheme>
    <a:fontScheme name="Эмблема">
      <a:majorFont>
        <a:latin typeface="Impact" panose="020B080603090205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メイリオ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Эмблема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12700" cap="flat" cmpd="sng" algn="in">
          <a:solidFill>
            <a:schemeClr val="phClr"/>
          </a:solidFill>
          <a:prstDash val="solid"/>
        </a:ln>
        <a:ln w="5080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5400" dir="5400000" algn="ctr" rotWithShape="0">
              <a:srgbClr val="000000">
                <a:alpha val="2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dge" id="{71A07785-5930-41D4-9A83-E23602B48E98}" vid="{D71F8F05-6246-47AF-9E68-E57F6C93F792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Эмблема</Template>
  <TotalTime>40</TotalTime>
  <Words>1458</Words>
  <Application>Microsoft Office PowerPoint</Application>
  <PresentationFormat>Екран (4:3)</PresentationFormat>
  <Paragraphs>119</Paragraphs>
  <Slides>15</Slides>
  <Notes>0</Notes>
  <HiddenSlides>0</HiddenSlides>
  <MMClips>0</MMClips>
  <ScaleCrop>false</ScaleCrop>
  <HeadingPairs>
    <vt:vector size="6" baseType="variant">
      <vt:variant>
        <vt:lpstr>Використані шрифти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слайдів</vt:lpstr>
      </vt:variant>
      <vt:variant>
        <vt:i4>15</vt:i4>
      </vt:variant>
    </vt:vector>
  </HeadingPairs>
  <TitlesOfParts>
    <vt:vector size="21" baseType="lpstr">
      <vt:lpstr>Arial</vt:lpstr>
      <vt:lpstr>Corbel</vt:lpstr>
      <vt:lpstr>Gill Sans MT</vt:lpstr>
      <vt:lpstr>Impact</vt:lpstr>
      <vt:lpstr>Times New Roman</vt:lpstr>
      <vt:lpstr>Эмблема</vt:lpstr>
      <vt:lpstr>Кібербезпека</vt:lpstr>
      <vt:lpstr>Що таке кібербезпека?</vt:lpstr>
      <vt:lpstr>Чому це важливо?</vt:lpstr>
      <vt:lpstr>Основні загрози</vt:lpstr>
      <vt:lpstr>Фішинг</vt:lpstr>
      <vt:lpstr>Віруси</vt:lpstr>
      <vt:lpstr>Кібербулінг</vt:lpstr>
      <vt:lpstr>Соціальна інженерія</vt:lpstr>
      <vt:lpstr>Захист акаунтів</vt:lpstr>
      <vt:lpstr>Безпечне користування</vt:lpstr>
      <vt:lpstr>Особисті дані</vt:lpstr>
      <vt:lpstr>Поведінка в інтернеті</vt:lpstr>
      <vt:lpstr>Правила безпеки під час роботи в Інтернеті </vt:lpstr>
      <vt:lpstr>Презентація PowerPoint</vt:lpstr>
      <vt:lpstr>Презентація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Кібербезпека</dc:title>
  <dc:subject/>
  <dc:creator/>
  <cp:keywords/>
  <dc:description>generated using python-pptx</dc:description>
  <cp:lastModifiedBy>A S U S</cp:lastModifiedBy>
  <cp:revision>8</cp:revision>
  <dcterms:created xsi:type="dcterms:W3CDTF">2013-01-27T09:14:16Z</dcterms:created>
  <dcterms:modified xsi:type="dcterms:W3CDTF">2026-10-18T21:06:00Z</dcterms:modified>
  <cp:category/>
</cp:coreProperties>
</file>